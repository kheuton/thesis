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315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/>
    <p:restoredTop sz="79267" autoAdjust="0"/>
  </p:normalViewPr>
  <p:slideViewPr>
    <p:cSldViewPr snapToGrid="0" showGuides="1">
      <p:cViewPr>
        <p:scale>
          <a:sx n="400" d="100"/>
          <a:sy n="400" d="100"/>
        </p:scale>
        <p:origin x="2136" y="-3096"/>
      </p:cViewPr>
      <p:guideLst>
        <p:guide orient="horz" pos="864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FF833-7F21-8044-80BD-798A1C29D194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DBE8A-8563-F542-AF75-78297B4D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8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1pPr>
    <a:lvl2pPr marL="208483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2pPr>
    <a:lvl3pPr marL="41696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3pPr>
    <a:lvl4pPr marL="625450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4pPr>
    <a:lvl5pPr marL="833933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5pPr>
    <a:lvl6pPr marL="104241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6pPr>
    <a:lvl7pPr marL="1250899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7pPr>
    <a:lvl8pPr marL="1459382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8pPr>
    <a:lvl9pPr marL="166786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85800" y="1143000"/>
            <a:ext cx="8229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16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p_{\phi}( y_{~~}, y_{~~},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ldots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r_s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(\phi) &amp;=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mathbb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{E}_{p_\phi}[ 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y_s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]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\\~\\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r^*_s(\phi) &amp;=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mathbb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{E}_{p_\phi}\left[ \frac{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y_s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}{\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mathbf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{1}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cdot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mathbf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{y}} \right]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DBE8A-8563-F542-AF75-78297B4D74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3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48945"/>
            <a:ext cx="54864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440815"/>
            <a:ext cx="54864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6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683895"/>
            <a:ext cx="630936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835785"/>
            <a:ext cx="630936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6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730250"/>
            <a:ext cx="31089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730250"/>
            <a:ext cx="31089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0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46050"/>
            <a:ext cx="630936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672465"/>
            <a:ext cx="3094672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1002030"/>
            <a:ext cx="309467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672465"/>
            <a:ext cx="3109913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1002030"/>
            <a:ext cx="3109913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0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8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82880"/>
            <a:ext cx="2359342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94970"/>
            <a:ext cx="370332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822960"/>
            <a:ext cx="2359342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8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82880"/>
            <a:ext cx="2359342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94970"/>
            <a:ext cx="370332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822960"/>
            <a:ext cx="2359342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6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1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46050"/>
            <a:ext cx="1577340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46050"/>
            <a:ext cx="464058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7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46050"/>
            <a:ext cx="630936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730250"/>
            <a:ext cx="630936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542540"/>
            <a:ext cx="16459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BC0F7-F59D-2947-A401-AE9BAAD52833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542540"/>
            <a:ext cx="24688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542540"/>
            <a:ext cx="16459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5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Camera icon">
            <a:extLst>
              <a:ext uri="{FF2B5EF4-FFF2-40B4-BE49-F238E27FC236}">
                <a16:creationId xmlns:a16="http://schemas.microsoft.com/office/drawing/2014/main" id="{B4E1EA54-B7BB-0E3B-AD36-728A8E40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398" y="1"/>
            <a:ext cx="229335" cy="22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94D7723-4FB8-8A63-BF6C-6CD8D0160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963" y="95599"/>
            <a:ext cx="1222034" cy="1162460"/>
          </a:xfrm>
          <a:prstGeom prst="rect">
            <a:avLst/>
          </a:prstGeom>
        </p:spPr>
      </p:pic>
      <p:pic>
        <p:nvPicPr>
          <p:cNvPr id="12" name="Picture 4" descr="Camera icon">
            <a:extLst>
              <a:ext uri="{FF2B5EF4-FFF2-40B4-BE49-F238E27FC236}">
                <a16:creationId xmlns:a16="http://schemas.microsoft.com/office/drawing/2014/main" id="{EAA074E6-6667-05ED-6A53-02CA99FFA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187" y="3576"/>
            <a:ext cx="234997" cy="234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EEED0BF-68A3-8DB7-95B5-4D11C1343DD7}"/>
              </a:ext>
            </a:extLst>
          </p:cNvPr>
          <p:cNvSpPr txBox="1"/>
          <p:nvPr/>
        </p:nvSpPr>
        <p:spPr>
          <a:xfrm>
            <a:off x="1313689" y="-21454"/>
            <a:ext cx="607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🤷🏽</a:t>
            </a:r>
            <a:endParaRPr lang="en-US" dirty="0"/>
          </a:p>
        </p:txBody>
      </p:sp>
      <p:pic>
        <p:nvPicPr>
          <p:cNvPr id="1025" name="Picture 1" descr="page3image37455360">
            <a:extLst>
              <a:ext uri="{FF2B5EF4-FFF2-40B4-BE49-F238E27FC236}">
                <a16:creationId xmlns:a16="http://schemas.microsoft.com/office/drawing/2014/main" id="{2455B85B-7A3E-21CF-0A00-70F8A489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8491" y="-1412096"/>
            <a:ext cx="22265153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E0DAAD-CF97-D4CE-C86C-36ECFCFFB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697616"/>
              </p:ext>
            </p:extLst>
          </p:nvPr>
        </p:nvGraphicFramePr>
        <p:xfrm>
          <a:off x="177717" y="1451404"/>
          <a:ext cx="1186047" cy="1255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91">
                  <a:extLst>
                    <a:ext uri="{9D8B030D-6E8A-4147-A177-3AD203B41FA5}">
                      <a16:colId xmlns:a16="http://schemas.microsoft.com/office/drawing/2014/main" val="1432202945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454337477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2181576228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2506546780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717840859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434868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800483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75843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algn="ctr"/>
                      <a:r>
                        <a:rPr lang="en-US" sz="5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③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729244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algn="ctr"/>
                      <a:r>
                        <a:rPr lang="en-US" sz="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④</a:t>
                      </a:r>
                      <a:endParaRPr lang="en-US" sz="500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53877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algn="ctr"/>
                      <a:r>
                        <a:rPr lang="en-US" sz="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⑤</a:t>
                      </a:r>
                      <a:endParaRPr lang="en-US" sz="500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6694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2C0E5CB-562C-3486-D82B-EA7DA6EE8DE6}"/>
              </a:ext>
            </a:extLst>
          </p:cNvPr>
          <p:cNvSpPr txBox="1"/>
          <p:nvPr/>
        </p:nvSpPr>
        <p:spPr>
          <a:xfrm>
            <a:off x="65812" y="1151276"/>
            <a:ext cx="1327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Data-driven top-K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E0FC27B-3B39-7669-373C-DE6BB3EB3CF1}"/>
              </a:ext>
            </a:extLst>
          </p:cNvPr>
          <p:cNvSpPr/>
          <p:nvPr/>
        </p:nvSpPr>
        <p:spPr>
          <a:xfrm>
            <a:off x="1651759" y="1687786"/>
            <a:ext cx="262086" cy="221474"/>
          </a:xfrm>
          <a:custGeom>
            <a:avLst/>
            <a:gdLst>
              <a:gd name="connsiteX0" fmla="*/ 0 w 488524"/>
              <a:gd name="connsiteY0" fmla="*/ 249182 h 256415"/>
              <a:gd name="connsiteX1" fmla="*/ 70339 w 488524"/>
              <a:gd name="connsiteY1" fmla="*/ 65220 h 256415"/>
              <a:gd name="connsiteX2" fmla="*/ 151499 w 488524"/>
              <a:gd name="connsiteY2" fmla="*/ 292 h 256415"/>
              <a:gd name="connsiteX3" fmla="*/ 200194 w 488524"/>
              <a:gd name="connsiteY3" fmla="*/ 43578 h 256415"/>
              <a:gd name="connsiteX4" fmla="*/ 205605 w 488524"/>
              <a:gd name="connsiteY4" fmla="*/ 97684 h 256415"/>
              <a:gd name="connsiteX5" fmla="*/ 211016 w 488524"/>
              <a:gd name="connsiteY5" fmla="*/ 189665 h 256415"/>
              <a:gd name="connsiteX6" fmla="*/ 238069 w 488524"/>
              <a:gd name="connsiteY6" fmla="*/ 249182 h 256415"/>
              <a:gd name="connsiteX7" fmla="*/ 330050 w 488524"/>
              <a:gd name="connsiteY7" fmla="*/ 254593 h 256415"/>
              <a:gd name="connsiteX8" fmla="*/ 481548 w 488524"/>
              <a:gd name="connsiteY8" fmla="*/ 254593 h 256415"/>
              <a:gd name="connsiteX9" fmla="*/ 449084 w 488524"/>
              <a:gd name="connsiteY9" fmla="*/ 232950 h 256415"/>
              <a:gd name="connsiteX0" fmla="*/ 0 w 636090"/>
              <a:gd name="connsiteY0" fmla="*/ 249182 h 263551"/>
              <a:gd name="connsiteX1" fmla="*/ 70339 w 636090"/>
              <a:gd name="connsiteY1" fmla="*/ 65220 h 263551"/>
              <a:gd name="connsiteX2" fmla="*/ 151499 w 636090"/>
              <a:gd name="connsiteY2" fmla="*/ 292 h 263551"/>
              <a:gd name="connsiteX3" fmla="*/ 200194 w 636090"/>
              <a:gd name="connsiteY3" fmla="*/ 43578 h 263551"/>
              <a:gd name="connsiteX4" fmla="*/ 205605 w 636090"/>
              <a:gd name="connsiteY4" fmla="*/ 97684 h 263551"/>
              <a:gd name="connsiteX5" fmla="*/ 211016 w 636090"/>
              <a:gd name="connsiteY5" fmla="*/ 189665 h 263551"/>
              <a:gd name="connsiteX6" fmla="*/ 238069 w 636090"/>
              <a:gd name="connsiteY6" fmla="*/ 249182 h 263551"/>
              <a:gd name="connsiteX7" fmla="*/ 330050 w 636090"/>
              <a:gd name="connsiteY7" fmla="*/ 254593 h 263551"/>
              <a:gd name="connsiteX8" fmla="*/ 481548 w 636090"/>
              <a:gd name="connsiteY8" fmla="*/ 254593 h 263551"/>
              <a:gd name="connsiteX9" fmla="*/ 633177 w 636090"/>
              <a:gd name="connsiteY9" fmla="*/ 261111 h 263551"/>
              <a:gd name="connsiteX0" fmla="*/ 0 w 662641"/>
              <a:gd name="connsiteY0" fmla="*/ 249182 h 261111"/>
              <a:gd name="connsiteX1" fmla="*/ 70339 w 662641"/>
              <a:gd name="connsiteY1" fmla="*/ 65220 h 261111"/>
              <a:gd name="connsiteX2" fmla="*/ 151499 w 662641"/>
              <a:gd name="connsiteY2" fmla="*/ 292 h 261111"/>
              <a:gd name="connsiteX3" fmla="*/ 200194 w 662641"/>
              <a:gd name="connsiteY3" fmla="*/ 43578 h 261111"/>
              <a:gd name="connsiteX4" fmla="*/ 205605 w 662641"/>
              <a:gd name="connsiteY4" fmla="*/ 97684 h 261111"/>
              <a:gd name="connsiteX5" fmla="*/ 211016 w 662641"/>
              <a:gd name="connsiteY5" fmla="*/ 189665 h 261111"/>
              <a:gd name="connsiteX6" fmla="*/ 238069 w 662641"/>
              <a:gd name="connsiteY6" fmla="*/ 249182 h 261111"/>
              <a:gd name="connsiteX7" fmla="*/ 330050 w 662641"/>
              <a:gd name="connsiteY7" fmla="*/ 254593 h 261111"/>
              <a:gd name="connsiteX8" fmla="*/ 481548 w 662641"/>
              <a:gd name="connsiteY8" fmla="*/ 254593 h 261111"/>
              <a:gd name="connsiteX9" fmla="*/ 633177 w 662641"/>
              <a:gd name="connsiteY9" fmla="*/ 261111 h 261111"/>
              <a:gd name="connsiteX0" fmla="*/ 0 w 661846"/>
              <a:gd name="connsiteY0" fmla="*/ 249182 h 560836"/>
              <a:gd name="connsiteX1" fmla="*/ 70339 w 661846"/>
              <a:gd name="connsiteY1" fmla="*/ 65220 h 560836"/>
              <a:gd name="connsiteX2" fmla="*/ 151499 w 661846"/>
              <a:gd name="connsiteY2" fmla="*/ 292 h 560836"/>
              <a:gd name="connsiteX3" fmla="*/ 200194 w 661846"/>
              <a:gd name="connsiteY3" fmla="*/ 43578 h 560836"/>
              <a:gd name="connsiteX4" fmla="*/ 205605 w 661846"/>
              <a:gd name="connsiteY4" fmla="*/ 97684 h 560836"/>
              <a:gd name="connsiteX5" fmla="*/ 211016 w 661846"/>
              <a:gd name="connsiteY5" fmla="*/ 189665 h 560836"/>
              <a:gd name="connsiteX6" fmla="*/ 238069 w 661846"/>
              <a:gd name="connsiteY6" fmla="*/ 249182 h 560836"/>
              <a:gd name="connsiteX7" fmla="*/ 330050 w 661846"/>
              <a:gd name="connsiteY7" fmla="*/ 254593 h 560836"/>
              <a:gd name="connsiteX8" fmla="*/ 481548 w 661846"/>
              <a:gd name="connsiteY8" fmla="*/ 254593 h 560836"/>
              <a:gd name="connsiteX9" fmla="*/ 653994 w 661846"/>
              <a:gd name="connsiteY9" fmla="*/ 560834 h 560836"/>
              <a:gd name="connsiteX10" fmla="*/ 633177 w 661846"/>
              <a:gd name="connsiteY10" fmla="*/ 261111 h 560836"/>
              <a:gd name="connsiteX0" fmla="*/ 0 w 633261"/>
              <a:gd name="connsiteY0" fmla="*/ 249182 h 261111"/>
              <a:gd name="connsiteX1" fmla="*/ 70339 w 633261"/>
              <a:gd name="connsiteY1" fmla="*/ 65220 h 261111"/>
              <a:gd name="connsiteX2" fmla="*/ 151499 w 633261"/>
              <a:gd name="connsiteY2" fmla="*/ 292 h 261111"/>
              <a:gd name="connsiteX3" fmla="*/ 200194 w 633261"/>
              <a:gd name="connsiteY3" fmla="*/ 43578 h 261111"/>
              <a:gd name="connsiteX4" fmla="*/ 205605 w 633261"/>
              <a:gd name="connsiteY4" fmla="*/ 97684 h 261111"/>
              <a:gd name="connsiteX5" fmla="*/ 211016 w 633261"/>
              <a:gd name="connsiteY5" fmla="*/ 189665 h 261111"/>
              <a:gd name="connsiteX6" fmla="*/ 238069 w 633261"/>
              <a:gd name="connsiteY6" fmla="*/ 249182 h 261111"/>
              <a:gd name="connsiteX7" fmla="*/ 330050 w 633261"/>
              <a:gd name="connsiteY7" fmla="*/ 254593 h 261111"/>
              <a:gd name="connsiteX8" fmla="*/ 481548 w 633261"/>
              <a:gd name="connsiteY8" fmla="*/ 254593 h 261111"/>
              <a:gd name="connsiteX9" fmla="*/ 556196 w 633261"/>
              <a:gd name="connsiteY9" fmla="*/ 253863 h 261111"/>
              <a:gd name="connsiteX10" fmla="*/ 633177 w 633261"/>
              <a:gd name="connsiteY10" fmla="*/ 261111 h 261111"/>
              <a:gd name="connsiteX0" fmla="*/ 0 w 633261"/>
              <a:gd name="connsiteY0" fmla="*/ 249182 h 315377"/>
              <a:gd name="connsiteX1" fmla="*/ 70339 w 633261"/>
              <a:gd name="connsiteY1" fmla="*/ 65220 h 315377"/>
              <a:gd name="connsiteX2" fmla="*/ 151499 w 633261"/>
              <a:gd name="connsiteY2" fmla="*/ 292 h 315377"/>
              <a:gd name="connsiteX3" fmla="*/ 200194 w 633261"/>
              <a:gd name="connsiteY3" fmla="*/ 43578 h 315377"/>
              <a:gd name="connsiteX4" fmla="*/ 205605 w 633261"/>
              <a:gd name="connsiteY4" fmla="*/ 97684 h 315377"/>
              <a:gd name="connsiteX5" fmla="*/ 211016 w 633261"/>
              <a:gd name="connsiteY5" fmla="*/ 189665 h 315377"/>
              <a:gd name="connsiteX6" fmla="*/ 238069 w 633261"/>
              <a:gd name="connsiteY6" fmla="*/ 249182 h 315377"/>
              <a:gd name="connsiteX7" fmla="*/ 330050 w 633261"/>
              <a:gd name="connsiteY7" fmla="*/ 254593 h 315377"/>
              <a:gd name="connsiteX8" fmla="*/ 493054 w 633261"/>
              <a:gd name="connsiteY8" fmla="*/ 313734 h 315377"/>
              <a:gd name="connsiteX9" fmla="*/ 556196 w 633261"/>
              <a:gd name="connsiteY9" fmla="*/ 253863 h 315377"/>
              <a:gd name="connsiteX10" fmla="*/ 633177 w 633261"/>
              <a:gd name="connsiteY10" fmla="*/ 261111 h 315377"/>
              <a:gd name="connsiteX0" fmla="*/ 0 w 633261"/>
              <a:gd name="connsiteY0" fmla="*/ 249182 h 313734"/>
              <a:gd name="connsiteX1" fmla="*/ 70339 w 633261"/>
              <a:gd name="connsiteY1" fmla="*/ 65220 h 313734"/>
              <a:gd name="connsiteX2" fmla="*/ 151499 w 633261"/>
              <a:gd name="connsiteY2" fmla="*/ 292 h 313734"/>
              <a:gd name="connsiteX3" fmla="*/ 200194 w 633261"/>
              <a:gd name="connsiteY3" fmla="*/ 43578 h 313734"/>
              <a:gd name="connsiteX4" fmla="*/ 205605 w 633261"/>
              <a:gd name="connsiteY4" fmla="*/ 97684 h 313734"/>
              <a:gd name="connsiteX5" fmla="*/ 211016 w 633261"/>
              <a:gd name="connsiteY5" fmla="*/ 189665 h 313734"/>
              <a:gd name="connsiteX6" fmla="*/ 238069 w 633261"/>
              <a:gd name="connsiteY6" fmla="*/ 249182 h 313734"/>
              <a:gd name="connsiteX7" fmla="*/ 493054 w 633261"/>
              <a:gd name="connsiteY7" fmla="*/ 313734 h 313734"/>
              <a:gd name="connsiteX8" fmla="*/ 556196 w 633261"/>
              <a:gd name="connsiteY8" fmla="*/ 253863 h 313734"/>
              <a:gd name="connsiteX9" fmla="*/ 633177 w 633261"/>
              <a:gd name="connsiteY9" fmla="*/ 261111 h 313734"/>
              <a:gd name="connsiteX0" fmla="*/ 0 w 633176"/>
              <a:gd name="connsiteY0" fmla="*/ 249182 h 313799"/>
              <a:gd name="connsiteX1" fmla="*/ 70339 w 633176"/>
              <a:gd name="connsiteY1" fmla="*/ 65220 h 313799"/>
              <a:gd name="connsiteX2" fmla="*/ 151499 w 633176"/>
              <a:gd name="connsiteY2" fmla="*/ 292 h 313799"/>
              <a:gd name="connsiteX3" fmla="*/ 200194 w 633176"/>
              <a:gd name="connsiteY3" fmla="*/ 43578 h 313799"/>
              <a:gd name="connsiteX4" fmla="*/ 205605 w 633176"/>
              <a:gd name="connsiteY4" fmla="*/ 97684 h 313799"/>
              <a:gd name="connsiteX5" fmla="*/ 211016 w 633176"/>
              <a:gd name="connsiteY5" fmla="*/ 189665 h 313799"/>
              <a:gd name="connsiteX6" fmla="*/ 238069 w 633176"/>
              <a:gd name="connsiteY6" fmla="*/ 249182 h 313799"/>
              <a:gd name="connsiteX7" fmla="*/ 493054 w 633176"/>
              <a:gd name="connsiteY7" fmla="*/ 313734 h 313799"/>
              <a:gd name="connsiteX8" fmla="*/ 633177 w 633176"/>
              <a:gd name="connsiteY8" fmla="*/ 261111 h 313799"/>
              <a:gd name="connsiteX0" fmla="*/ 0 w 633176"/>
              <a:gd name="connsiteY0" fmla="*/ 249182 h 261111"/>
              <a:gd name="connsiteX1" fmla="*/ 70339 w 633176"/>
              <a:gd name="connsiteY1" fmla="*/ 65220 h 261111"/>
              <a:gd name="connsiteX2" fmla="*/ 151499 w 633176"/>
              <a:gd name="connsiteY2" fmla="*/ 292 h 261111"/>
              <a:gd name="connsiteX3" fmla="*/ 200194 w 633176"/>
              <a:gd name="connsiteY3" fmla="*/ 43578 h 261111"/>
              <a:gd name="connsiteX4" fmla="*/ 205605 w 633176"/>
              <a:gd name="connsiteY4" fmla="*/ 97684 h 261111"/>
              <a:gd name="connsiteX5" fmla="*/ 211016 w 633176"/>
              <a:gd name="connsiteY5" fmla="*/ 189665 h 261111"/>
              <a:gd name="connsiteX6" fmla="*/ 238069 w 633176"/>
              <a:gd name="connsiteY6" fmla="*/ 249182 h 261111"/>
              <a:gd name="connsiteX7" fmla="*/ 633177 w 633176"/>
              <a:gd name="connsiteY7" fmla="*/ 261111 h 261111"/>
              <a:gd name="connsiteX0" fmla="*/ 0 w 633176"/>
              <a:gd name="connsiteY0" fmla="*/ 249182 h 261111"/>
              <a:gd name="connsiteX1" fmla="*/ 70339 w 633176"/>
              <a:gd name="connsiteY1" fmla="*/ 65220 h 261111"/>
              <a:gd name="connsiteX2" fmla="*/ 151499 w 633176"/>
              <a:gd name="connsiteY2" fmla="*/ 292 h 261111"/>
              <a:gd name="connsiteX3" fmla="*/ 200194 w 633176"/>
              <a:gd name="connsiteY3" fmla="*/ 43578 h 261111"/>
              <a:gd name="connsiteX4" fmla="*/ 205605 w 633176"/>
              <a:gd name="connsiteY4" fmla="*/ 97684 h 261111"/>
              <a:gd name="connsiteX5" fmla="*/ 211016 w 633176"/>
              <a:gd name="connsiteY5" fmla="*/ 189665 h 261111"/>
              <a:gd name="connsiteX6" fmla="*/ 312858 w 633176"/>
              <a:gd name="connsiteY6" fmla="*/ 249183 h 261111"/>
              <a:gd name="connsiteX7" fmla="*/ 633177 w 633176"/>
              <a:gd name="connsiteY7" fmla="*/ 261111 h 261111"/>
              <a:gd name="connsiteX0" fmla="*/ 0 w 633176"/>
              <a:gd name="connsiteY0" fmla="*/ 249182 h 261526"/>
              <a:gd name="connsiteX1" fmla="*/ 70339 w 633176"/>
              <a:gd name="connsiteY1" fmla="*/ 65220 h 261526"/>
              <a:gd name="connsiteX2" fmla="*/ 151499 w 633176"/>
              <a:gd name="connsiteY2" fmla="*/ 292 h 261526"/>
              <a:gd name="connsiteX3" fmla="*/ 200194 w 633176"/>
              <a:gd name="connsiteY3" fmla="*/ 43578 h 261526"/>
              <a:gd name="connsiteX4" fmla="*/ 205605 w 633176"/>
              <a:gd name="connsiteY4" fmla="*/ 97684 h 261526"/>
              <a:gd name="connsiteX5" fmla="*/ 211016 w 633176"/>
              <a:gd name="connsiteY5" fmla="*/ 189665 h 261526"/>
              <a:gd name="connsiteX6" fmla="*/ 353129 w 633176"/>
              <a:gd name="connsiteY6" fmla="*/ 254816 h 261526"/>
              <a:gd name="connsiteX7" fmla="*/ 633177 w 633176"/>
              <a:gd name="connsiteY7" fmla="*/ 261111 h 261526"/>
              <a:gd name="connsiteX0" fmla="*/ 0 w 633176"/>
              <a:gd name="connsiteY0" fmla="*/ 249407 h 261751"/>
              <a:gd name="connsiteX1" fmla="*/ 70339 w 633176"/>
              <a:gd name="connsiteY1" fmla="*/ 65445 h 261751"/>
              <a:gd name="connsiteX2" fmla="*/ 151499 w 633176"/>
              <a:gd name="connsiteY2" fmla="*/ 517 h 261751"/>
              <a:gd name="connsiteX3" fmla="*/ 200194 w 633176"/>
              <a:gd name="connsiteY3" fmla="*/ 43803 h 261751"/>
              <a:gd name="connsiteX4" fmla="*/ 211016 w 633176"/>
              <a:gd name="connsiteY4" fmla="*/ 189890 h 261751"/>
              <a:gd name="connsiteX5" fmla="*/ 353129 w 633176"/>
              <a:gd name="connsiteY5" fmla="*/ 255041 h 261751"/>
              <a:gd name="connsiteX6" fmla="*/ 633177 w 633176"/>
              <a:gd name="connsiteY6" fmla="*/ 261336 h 261751"/>
              <a:gd name="connsiteX0" fmla="*/ 0 w 633176"/>
              <a:gd name="connsiteY0" fmla="*/ 249398 h 261932"/>
              <a:gd name="connsiteX1" fmla="*/ 70339 w 633176"/>
              <a:gd name="connsiteY1" fmla="*/ 65436 h 261932"/>
              <a:gd name="connsiteX2" fmla="*/ 151499 w 633176"/>
              <a:gd name="connsiteY2" fmla="*/ 508 h 261932"/>
              <a:gd name="connsiteX3" fmla="*/ 200194 w 633176"/>
              <a:gd name="connsiteY3" fmla="*/ 43794 h 261932"/>
              <a:gd name="connsiteX4" fmla="*/ 251284 w 633176"/>
              <a:gd name="connsiteY4" fmla="*/ 187065 h 261932"/>
              <a:gd name="connsiteX5" fmla="*/ 353129 w 633176"/>
              <a:gd name="connsiteY5" fmla="*/ 255032 h 261932"/>
              <a:gd name="connsiteX6" fmla="*/ 633177 w 633176"/>
              <a:gd name="connsiteY6" fmla="*/ 261327 h 261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176" h="261932">
                <a:moveTo>
                  <a:pt x="0" y="249398"/>
                </a:moveTo>
                <a:cubicBezTo>
                  <a:pt x="22544" y="178158"/>
                  <a:pt x="45089" y="106918"/>
                  <a:pt x="70339" y="65436"/>
                </a:cubicBezTo>
                <a:cubicBezTo>
                  <a:pt x="95589" y="23954"/>
                  <a:pt x="129856" y="4115"/>
                  <a:pt x="151499" y="508"/>
                </a:cubicBezTo>
                <a:cubicBezTo>
                  <a:pt x="173142" y="-3099"/>
                  <a:pt x="183563" y="12701"/>
                  <a:pt x="200194" y="43794"/>
                </a:cubicBezTo>
                <a:cubicBezTo>
                  <a:pt x="216825" y="74887"/>
                  <a:pt x="225795" y="151859"/>
                  <a:pt x="251284" y="187065"/>
                </a:cubicBezTo>
                <a:cubicBezTo>
                  <a:pt x="275871" y="213253"/>
                  <a:pt x="289480" y="242655"/>
                  <a:pt x="353129" y="255032"/>
                </a:cubicBezTo>
                <a:cubicBezTo>
                  <a:pt x="416778" y="267409"/>
                  <a:pt x="550863" y="258842"/>
                  <a:pt x="633177" y="261327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86E7FD-64C2-092E-7A3F-D8B3C2464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301" y="1510348"/>
            <a:ext cx="750850" cy="1273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3C11DF-D7CA-7780-3D82-3412395FCFAB}"/>
              </a:ext>
            </a:extLst>
          </p:cNvPr>
          <p:cNvSpPr txBox="1"/>
          <p:nvPr/>
        </p:nvSpPr>
        <p:spPr>
          <a:xfrm>
            <a:off x="1594921" y="1537266"/>
            <a:ext cx="4980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①       ②.         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29806C-7877-9671-A350-8B8C6F952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2620" y="1548424"/>
            <a:ext cx="81376" cy="81376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87546568-B957-837F-F402-D87D72E9BC37}"/>
              </a:ext>
            </a:extLst>
          </p:cNvPr>
          <p:cNvSpPr/>
          <p:nvPr/>
        </p:nvSpPr>
        <p:spPr>
          <a:xfrm>
            <a:off x="1363763" y="1848561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A375CA3-3120-24F5-3115-46DE875D0C93}"/>
              </a:ext>
            </a:extLst>
          </p:cNvPr>
          <p:cNvSpPr/>
          <p:nvPr/>
        </p:nvSpPr>
        <p:spPr>
          <a:xfrm>
            <a:off x="1992781" y="1840567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AB712F2-EB29-4DEF-996A-DCAB2855480C}"/>
              </a:ext>
            </a:extLst>
          </p:cNvPr>
          <p:cNvSpPr/>
          <p:nvPr/>
        </p:nvSpPr>
        <p:spPr>
          <a:xfrm>
            <a:off x="2518768" y="1848561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F76FF0-D553-574A-AE42-22CC09089911}"/>
              </a:ext>
            </a:extLst>
          </p:cNvPr>
          <p:cNvSpPr txBox="1"/>
          <p:nvPr/>
        </p:nvSpPr>
        <p:spPr>
          <a:xfrm>
            <a:off x="1453808" y="1265936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joint model 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for 2025 Q1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19EA74-E634-0209-9EB4-DBEA19DADE66}"/>
              </a:ext>
            </a:extLst>
          </p:cNvPr>
          <p:cNvSpPr txBox="1"/>
          <p:nvPr/>
        </p:nvSpPr>
        <p:spPr>
          <a:xfrm>
            <a:off x="2157835" y="1267298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ranking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scores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24ADE28-4F6C-4501-ADB3-84F4658B5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38811"/>
              </p:ext>
            </p:extLst>
          </p:nvPr>
        </p:nvGraphicFramePr>
        <p:xfrm>
          <a:off x="2244290" y="1656748"/>
          <a:ext cx="237364" cy="103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64">
                  <a:extLst>
                    <a:ext uri="{9D8B030D-6E8A-4147-A177-3AD203B41FA5}">
                      <a16:colId xmlns:a16="http://schemas.microsoft.com/office/drawing/2014/main" val="1661065086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429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3816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1438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12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5720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7C160D4-37AE-5544-0257-0473615F4406}"/>
              </a:ext>
            </a:extLst>
          </p:cNvPr>
          <p:cNvSpPr txBox="1"/>
          <p:nvPr/>
        </p:nvSpPr>
        <p:spPr>
          <a:xfrm>
            <a:off x="2548604" y="126729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top K=2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</a:p>
          <a:p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as binary mask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BDDA363-2FA0-6870-8987-BAF99EB28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31293"/>
              </p:ext>
            </p:extLst>
          </p:nvPr>
        </p:nvGraphicFramePr>
        <p:xfrm>
          <a:off x="2748644" y="1656748"/>
          <a:ext cx="237364" cy="103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64">
                  <a:extLst>
                    <a:ext uri="{9D8B030D-6E8A-4147-A177-3AD203B41FA5}">
                      <a16:colId xmlns:a16="http://schemas.microsoft.com/office/drawing/2014/main" val="1661065086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429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3816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1438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12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855202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87B28E-CC1A-5BFE-FF3B-87BA17D69C2B}"/>
              </a:ext>
            </a:extLst>
          </p:cNvPr>
          <p:cNvSpPr txBox="1"/>
          <p:nvPr/>
        </p:nvSpPr>
        <p:spPr>
          <a:xfrm>
            <a:off x="5012284" y="1243080"/>
            <a:ext cx="9845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How to Train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6FB34D-2F67-B349-D6F5-2B947F82B6AC}"/>
              </a:ext>
            </a:extLst>
          </p:cNvPr>
          <p:cNvSpPr txBox="1"/>
          <p:nvPr/>
        </p:nvSpPr>
        <p:spPr>
          <a:xfrm>
            <a:off x="3404312" y="1259821"/>
            <a:ext cx="9925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How to Rank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10514542-1316-0176-259F-D9B07FF29398}"/>
              </a:ext>
            </a:extLst>
          </p:cNvPr>
          <p:cNvSpPr/>
          <p:nvPr/>
        </p:nvSpPr>
        <p:spPr>
          <a:xfrm>
            <a:off x="1603330" y="2489570"/>
            <a:ext cx="347440" cy="198286"/>
          </a:xfrm>
          <a:custGeom>
            <a:avLst/>
            <a:gdLst>
              <a:gd name="connsiteX0" fmla="*/ 0 w 401443"/>
              <a:gd name="connsiteY0" fmla="*/ 327112 h 334546"/>
              <a:gd name="connsiteX1" fmla="*/ 81775 w 401443"/>
              <a:gd name="connsiteY1" fmla="*/ 327112 h 334546"/>
              <a:gd name="connsiteX2" fmla="*/ 170985 w 401443"/>
              <a:gd name="connsiteY2" fmla="*/ 327112 h 334546"/>
              <a:gd name="connsiteX3" fmla="*/ 185853 w 401443"/>
              <a:gd name="connsiteY3" fmla="*/ 252771 h 334546"/>
              <a:gd name="connsiteX4" fmla="*/ 185853 w 401443"/>
              <a:gd name="connsiteY4" fmla="*/ 163561 h 334546"/>
              <a:gd name="connsiteX5" fmla="*/ 260195 w 401443"/>
              <a:gd name="connsiteY5" fmla="*/ 10 h 334546"/>
              <a:gd name="connsiteX6" fmla="*/ 297365 w 401443"/>
              <a:gd name="connsiteY6" fmla="*/ 156127 h 334546"/>
              <a:gd name="connsiteX7" fmla="*/ 297365 w 401443"/>
              <a:gd name="connsiteY7" fmla="*/ 275073 h 334546"/>
              <a:gd name="connsiteX8" fmla="*/ 401443 w 401443"/>
              <a:gd name="connsiteY8" fmla="*/ 334546 h 334546"/>
              <a:gd name="connsiteX0" fmla="*/ 0 w 401443"/>
              <a:gd name="connsiteY0" fmla="*/ 328509 h 335943"/>
              <a:gd name="connsiteX1" fmla="*/ 81775 w 401443"/>
              <a:gd name="connsiteY1" fmla="*/ 328509 h 335943"/>
              <a:gd name="connsiteX2" fmla="*/ 170985 w 401443"/>
              <a:gd name="connsiteY2" fmla="*/ 328509 h 335943"/>
              <a:gd name="connsiteX3" fmla="*/ 185853 w 401443"/>
              <a:gd name="connsiteY3" fmla="*/ 254168 h 335943"/>
              <a:gd name="connsiteX4" fmla="*/ 260195 w 401443"/>
              <a:gd name="connsiteY4" fmla="*/ 1407 h 335943"/>
              <a:gd name="connsiteX5" fmla="*/ 297365 w 401443"/>
              <a:gd name="connsiteY5" fmla="*/ 157524 h 335943"/>
              <a:gd name="connsiteX6" fmla="*/ 297365 w 401443"/>
              <a:gd name="connsiteY6" fmla="*/ 276470 h 335943"/>
              <a:gd name="connsiteX7" fmla="*/ 401443 w 401443"/>
              <a:gd name="connsiteY7" fmla="*/ 335943 h 335943"/>
              <a:gd name="connsiteX0" fmla="*/ 0 w 401443"/>
              <a:gd name="connsiteY0" fmla="*/ 330923 h 355152"/>
              <a:gd name="connsiteX1" fmla="*/ 81775 w 401443"/>
              <a:gd name="connsiteY1" fmla="*/ 330923 h 355152"/>
              <a:gd name="connsiteX2" fmla="*/ 170985 w 401443"/>
              <a:gd name="connsiteY2" fmla="*/ 330923 h 355152"/>
              <a:gd name="connsiteX3" fmla="*/ 260195 w 401443"/>
              <a:gd name="connsiteY3" fmla="*/ 3821 h 355152"/>
              <a:gd name="connsiteX4" fmla="*/ 297365 w 401443"/>
              <a:gd name="connsiteY4" fmla="*/ 159938 h 355152"/>
              <a:gd name="connsiteX5" fmla="*/ 297365 w 401443"/>
              <a:gd name="connsiteY5" fmla="*/ 278884 h 355152"/>
              <a:gd name="connsiteX6" fmla="*/ 401443 w 401443"/>
              <a:gd name="connsiteY6" fmla="*/ 338357 h 355152"/>
              <a:gd name="connsiteX0" fmla="*/ 0 w 401443"/>
              <a:gd name="connsiteY0" fmla="*/ 330923 h 338357"/>
              <a:gd name="connsiteX1" fmla="*/ 81775 w 401443"/>
              <a:gd name="connsiteY1" fmla="*/ 330923 h 338357"/>
              <a:gd name="connsiteX2" fmla="*/ 260195 w 401443"/>
              <a:gd name="connsiteY2" fmla="*/ 3821 h 338357"/>
              <a:gd name="connsiteX3" fmla="*/ 297365 w 401443"/>
              <a:gd name="connsiteY3" fmla="*/ 159938 h 338357"/>
              <a:gd name="connsiteX4" fmla="*/ 297365 w 401443"/>
              <a:gd name="connsiteY4" fmla="*/ 278884 h 338357"/>
              <a:gd name="connsiteX5" fmla="*/ 401443 w 401443"/>
              <a:gd name="connsiteY5" fmla="*/ 338357 h 338357"/>
              <a:gd name="connsiteX0" fmla="*/ 0 w 401443"/>
              <a:gd name="connsiteY0" fmla="*/ 330629 h 338063"/>
              <a:gd name="connsiteX1" fmla="*/ 157093 w 401443"/>
              <a:gd name="connsiteY1" fmla="*/ 322772 h 338063"/>
              <a:gd name="connsiteX2" fmla="*/ 260195 w 401443"/>
              <a:gd name="connsiteY2" fmla="*/ 3527 h 338063"/>
              <a:gd name="connsiteX3" fmla="*/ 297365 w 401443"/>
              <a:gd name="connsiteY3" fmla="*/ 159644 h 338063"/>
              <a:gd name="connsiteX4" fmla="*/ 297365 w 401443"/>
              <a:gd name="connsiteY4" fmla="*/ 278590 h 338063"/>
              <a:gd name="connsiteX5" fmla="*/ 401443 w 401443"/>
              <a:gd name="connsiteY5" fmla="*/ 338063 h 338063"/>
              <a:gd name="connsiteX0" fmla="*/ 0 w 401443"/>
              <a:gd name="connsiteY0" fmla="*/ 327278 h 334712"/>
              <a:gd name="connsiteX1" fmla="*/ 157093 w 401443"/>
              <a:gd name="connsiteY1" fmla="*/ 319421 h 334712"/>
              <a:gd name="connsiteX2" fmla="*/ 260195 w 401443"/>
              <a:gd name="connsiteY2" fmla="*/ 176 h 334712"/>
              <a:gd name="connsiteX3" fmla="*/ 297365 w 401443"/>
              <a:gd name="connsiteY3" fmla="*/ 275239 h 334712"/>
              <a:gd name="connsiteX4" fmla="*/ 401443 w 401443"/>
              <a:gd name="connsiteY4" fmla="*/ 334712 h 334712"/>
              <a:gd name="connsiteX0" fmla="*/ 0 w 401443"/>
              <a:gd name="connsiteY0" fmla="*/ 327138 h 334572"/>
              <a:gd name="connsiteX1" fmla="*/ 157093 w 401443"/>
              <a:gd name="connsiteY1" fmla="*/ 319281 h 334572"/>
              <a:gd name="connsiteX2" fmla="*/ 260195 w 401443"/>
              <a:gd name="connsiteY2" fmla="*/ 36 h 334572"/>
              <a:gd name="connsiteX3" fmla="*/ 297365 w 401443"/>
              <a:gd name="connsiteY3" fmla="*/ 298672 h 334572"/>
              <a:gd name="connsiteX4" fmla="*/ 401443 w 401443"/>
              <a:gd name="connsiteY4" fmla="*/ 334572 h 334572"/>
              <a:gd name="connsiteX0" fmla="*/ 0 w 407023"/>
              <a:gd name="connsiteY0" fmla="*/ 327138 h 327138"/>
              <a:gd name="connsiteX1" fmla="*/ 157093 w 407023"/>
              <a:gd name="connsiteY1" fmla="*/ 319281 h 327138"/>
              <a:gd name="connsiteX2" fmla="*/ 260195 w 407023"/>
              <a:gd name="connsiteY2" fmla="*/ 36 h 327138"/>
              <a:gd name="connsiteX3" fmla="*/ 297365 w 407023"/>
              <a:gd name="connsiteY3" fmla="*/ 298672 h 327138"/>
              <a:gd name="connsiteX4" fmla="*/ 407023 w 407023"/>
              <a:gd name="connsiteY4" fmla="*/ 322786 h 327138"/>
              <a:gd name="connsiteX0" fmla="*/ 0 w 407023"/>
              <a:gd name="connsiteY0" fmla="*/ 327138 h 327138"/>
              <a:gd name="connsiteX1" fmla="*/ 157093 w 407023"/>
              <a:gd name="connsiteY1" fmla="*/ 319281 h 327138"/>
              <a:gd name="connsiteX2" fmla="*/ 251826 w 407023"/>
              <a:gd name="connsiteY2" fmla="*/ 36 h 327138"/>
              <a:gd name="connsiteX3" fmla="*/ 297365 w 407023"/>
              <a:gd name="connsiteY3" fmla="*/ 298672 h 327138"/>
              <a:gd name="connsiteX4" fmla="*/ 407023 w 407023"/>
              <a:gd name="connsiteY4" fmla="*/ 322786 h 327138"/>
              <a:gd name="connsiteX0" fmla="*/ 0 w 407023"/>
              <a:gd name="connsiteY0" fmla="*/ 327138 h 327138"/>
              <a:gd name="connsiteX1" fmla="*/ 157093 w 407023"/>
              <a:gd name="connsiteY1" fmla="*/ 319281 h 327138"/>
              <a:gd name="connsiteX2" fmla="*/ 240668 w 407023"/>
              <a:gd name="connsiteY2" fmla="*/ 36 h 327138"/>
              <a:gd name="connsiteX3" fmla="*/ 297365 w 407023"/>
              <a:gd name="connsiteY3" fmla="*/ 298672 h 327138"/>
              <a:gd name="connsiteX4" fmla="*/ 407023 w 407023"/>
              <a:gd name="connsiteY4" fmla="*/ 322786 h 327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23" h="327138">
                <a:moveTo>
                  <a:pt x="0" y="327138"/>
                </a:moveTo>
                <a:lnTo>
                  <a:pt x="157093" y="319281"/>
                </a:lnTo>
                <a:cubicBezTo>
                  <a:pt x="200459" y="264764"/>
                  <a:pt x="217289" y="3471"/>
                  <a:pt x="240668" y="36"/>
                </a:cubicBezTo>
                <a:cubicBezTo>
                  <a:pt x="264047" y="-3399"/>
                  <a:pt x="273824" y="242916"/>
                  <a:pt x="297365" y="298672"/>
                </a:cubicBezTo>
                <a:cubicBezTo>
                  <a:pt x="314711" y="328408"/>
                  <a:pt x="363657" y="307917"/>
                  <a:pt x="407023" y="322786"/>
                </a:cubicBezTo>
              </a:path>
            </a:pathLst>
          </a:cu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0A6DD-AC6C-90F9-27AE-14C5FEFB5CBC}"/>
              </a:ext>
            </a:extLst>
          </p:cNvPr>
          <p:cNvSpPr txBox="1"/>
          <p:nvPr/>
        </p:nvSpPr>
        <p:spPr>
          <a:xfrm>
            <a:off x="1598225" y="2252594"/>
            <a:ext cx="422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91918CA-473C-7FCC-D2AB-D3502EDF4C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087" y="1738367"/>
            <a:ext cx="1238954" cy="80119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7513083-A051-1C80-DCF0-CD42EDB33836}"/>
              </a:ext>
            </a:extLst>
          </p:cNvPr>
          <p:cNvSpPr txBox="1"/>
          <p:nvPr/>
        </p:nvSpPr>
        <p:spPr>
          <a:xfrm>
            <a:off x="3404311" y="1511352"/>
            <a:ext cx="13869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i="1" dirty="0">
                <a:latin typeface="Arial" panose="020B0604020202020204" pitchFamily="34" charset="0"/>
                <a:cs typeface="Arial" panose="020B0604020202020204" pitchFamily="34" charset="0"/>
              </a:rPr>
              <a:t>Naïve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: per-site mean</a:t>
            </a: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b="1" i="1" dirty="0">
                <a:latin typeface="Arial" panose="020B0604020202020204" pitchFamily="34" charset="0"/>
                <a:cs typeface="Arial" panose="020B0604020202020204" pitchFamily="34" charset="0"/>
              </a:rPr>
              <a:t>Ours: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Rank by bound on BPR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D9A3A9D-E964-7F1E-7043-8D338E933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027268"/>
              </p:ext>
            </p:extLst>
          </p:nvPr>
        </p:nvGraphicFramePr>
        <p:xfrm>
          <a:off x="5163699" y="1509651"/>
          <a:ext cx="1340793" cy="1153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12">
                  <a:extLst>
                    <a:ext uri="{9D8B030D-6E8A-4147-A177-3AD203B41FA5}">
                      <a16:colId xmlns:a16="http://schemas.microsoft.com/office/drawing/2014/main" val="1228247791"/>
                    </a:ext>
                  </a:extLst>
                </a:gridCol>
                <a:gridCol w="285305">
                  <a:extLst>
                    <a:ext uri="{9D8B030D-6E8A-4147-A177-3AD203B41FA5}">
                      <a16:colId xmlns:a16="http://schemas.microsoft.com/office/drawing/2014/main" val="3399089840"/>
                    </a:ext>
                  </a:extLst>
                </a:gridCol>
                <a:gridCol w="334776">
                  <a:extLst>
                    <a:ext uri="{9D8B030D-6E8A-4147-A177-3AD203B41FA5}">
                      <a16:colId xmlns:a16="http://schemas.microsoft.com/office/drawing/2014/main" val="251836174"/>
                    </a:ext>
                  </a:extLst>
                </a:gridCol>
              </a:tblGrid>
              <a:tr h="193645">
                <a:tc>
                  <a:txBody>
                    <a:bodyPr/>
                    <a:lstStyle/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</a:t>
                      </a:r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61374"/>
                  </a:ext>
                </a:extLst>
              </a:tr>
              <a:tr h="246186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Lik (ML)</a:t>
                      </a:r>
                    </a:p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4070"/>
                  </a:ext>
                </a:extLst>
              </a:tr>
              <a:tr h="232859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BPR</a:t>
                      </a:r>
                    </a:p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16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Aware ML (DAML)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4793"/>
                  </a:ext>
                </a:extLst>
              </a:tr>
            </a:tbl>
          </a:graphicData>
        </a:graphic>
      </p:graphicFrame>
      <p:sp>
        <p:nvSpPr>
          <p:cNvPr id="46" name="Oval Callout 45">
            <a:extLst>
              <a:ext uri="{FF2B5EF4-FFF2-40B4-BE49-F238E27FC236}">
                <a16:creationId xmlns:a16="http://schemas.microsoft.com/office/drawing/2014/main" id="{F1891D94-D734-CAEC-5DC0-EA732125D9B6}"/>
              </a:ext>
            </a:extLst>
          </p:cNvPr>
          <p:cNvSpPr/>
          <p:nvPr/>
        </p:nvSpPr>
        <p:spPr>
          <a:xfrm>
            <a:off x="224223" y="147977"/>
            <a:ext cx="1283370" cy="789464"/>
          </a:xfrm>
          <a:prstGeom prst="wedgeEllipseCallout">
            <a:avLst>
              <a:gd name="adj1" fmla="val 49736"/>
              <a:gd name="adj2" fmla="val -4694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sz="1000" i="1" dirty="0">
                <a:solidFill>
                  <a:schemeClr val="tx1"/>
                </a:solidFill>
              </a:rPr>
              <a:t>Where to place K cameras to observe the most cranes next year?</a:t>
            </a: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968D125F-B002-7F52-271D-C1B0717505A3}"/>
              </a:ext>
            </a:extLst>
          </p:cNvPr>
          <p:cNvSpPr/>
          <p:nvPr/>
        </p:nvSpPr>
        <p:spPr>
          <a:xfrm>
            <a:off x="1651760" y="1908792"/>
            <a:ext cx="279455" cy="214733"/>
          </a:xfrm>
          <a:custGeom>
            <a:avLst/>
            <a:gdLst>
              <a:gd name="connsiteX0" fmla="*/ 0 w 227247"/>
              <a:gd name="connsiteY0" fmla="*/ 243798 h 249385"/>
              <a:gd name="connsiteX1" fmla="*/ 21642 w 227247"/>
              <a:gd name="connsiteY1" fmla="*/ 130174 h 249385"/>
              <a:gd name="connsiteX2" fmla="*/ 21642 w 227247"/>
              <a:gd name="connsiteY2" fmla="*/ 81478 h 249385"/>
              <a:gd name="connsiteX3" fmla="*/ 70338 w 227247"/>
              <a:gd name="connsiteY3" fmla="*/ 318 h 249385"/>
              <a:gd name="connsiteX4" fmla="*/ 102802 w 227247"/>
              <a:gd name="connsiteY4" fmla="*/ 113942 h 249385"/>
              <a:gd name="connsiteX5" fmla="*/ 119034 w 227247"/>
              <a:gd name="connsiteY5" fmla="*/ 238387 h 249385"/>
              <a:gd name="connsiteX6" fmla="*/ 194783 w 227247"/>
              <a:gd name="connsiteY6" fmla="*/ 243798 h 249385"/>
              <a:gd name="connsiteX7" fmla="*/ 227247 w 227247"/>
              <a:gd name="connsiteY7" fmla="*/ 243798 h 249385"/>
              <a:gd name="connsiteX8" fmla="*/ 227247 w 227247"/>
              <a:gd name="connsiteY8" fmla="*/ 243798 h 249385"/>
              <a:gd name="connsiteX0" fmla="*/ 0 w 227247"/>
              <a:gd name="connsiteY0" fmla="*/ 243915 h 249502"/>
              <a:gd name="connsiteX1" fmla="*/ 21642 w 227247"/>
              <a:gd name="connsiteY1" fmla="*/ 81595 h 249502"/>
              <a:gd name="connsiteX2" fmla="*/ 70338 w 227247"/>
              <a:gd name="connsiteY2" fmla="*/ 435 h 249502"/>
              <a:gd name="connsiteX3" fmla="*/ 102802 w 227247"/>
              <a:gd name="connsiteY3" fmla="*/ 114059 h 249502"/>
              <a:gd name="connsiteX4" fmla="*/ 119034 w 227247"/>
              <a:gd name="connsiteY4" fmla="*/ 238504 h 249502"/>
              <a:gd name="connsiteX5" fmla="*/ 194783 w 227247"/>
              <a:gd name="connsiteY5" fmla="*/ 243915 h 249502"/>
              <a:gd name="connsiteX6" fmla="*/ 227247 w 227247"/>
              <a:gd name="connsiteY6" fmla="*/ 243915 h 249502"/>
              <a:gd name="connsiteX7" fmla="*/ 227247 w 227247"/>
              <a:gd name="connsiteY7" fmla="*/ 243915 h 249502"/>
              <a:gd name="connsiteX0" fmla="*/ 0 w 227247"/>
              <a:gd name="connsiteY0" fmla="*/ 249389 h 263304"/>
              <a:gd name="connsiteX1" fmla="*/ 21642 w 227247"/>
              <a:gd name="connsiteY1" fmla="*/ 87069 h 263304"/>
              <a:gd name="connsiteX2" fmla="*/ 70338 w 227247"/>
              <a:gd name="connsiteY2" fmla="*/ 5909 h 263304"/>
              <a:gd name="connsiteX3" fmla="*/ 119034 w 227247"/>
              <a:gd name="connsiteY3" fmla="*/ 243978 h 263304"/>
              <a:gd name="connsiteX4" fmla="*/ 194783 w 227247"/>
              <a:gd name="connsiteY4" fmla="*/ 249389 h 263304"/>
              <a:gd name="connsiteX5" fmla="*/ 227247 w 227247"/>
              <a:gd name="connsiteY5" fmla="*/ 249389 h 263304"/>
              <a:gd name="connsiteX6" fmla="*/ 227247 w 227247"/>
              <a:gd name="connsiteY6" fmla="*/ 249389 h 263304"/>
              <a:gd name="connsiteX0" fmla="*/ 0 w 227247"/>
              <a:gd name="connsiteY0" fmla="*/ 249389 h 263304"/>
              <a:gd name="connsiteX1" fmla="*/ 21642 w 227247"/>
              <a:gd name="connsiteY1" fmla="*/ 87069 h 263304"/>
              <a:gd name="connsiteX2" fmla="*/ 70338 w 227247"/>
              <a:gd name="connsiteY2" fmla="*/ 5909 h 263304"/>
              <a:gd name="connsiteX3" fmla="*/ 119034 w 227247"/>
              <a:gd name="connsiteY3" fmla="*/ 243978 h 263304"/>
              <a:gd name="connsiteX4" fmla="*/ 227247 w 227247"/>
              <a:gd name="connsiteY4" fmla="*/ 249389 h 263304"/>
              <a:gd name="connsiteX5" fmla="*/ 227247 w 227247"/>
              <a:gd name="connsiteY5" fmla="*/ 249389 h 263304"/>
              <a:gd name="connsiteX0" fmla="*/ 0 w 227247"/>
              <a:gd name="connsiteY0" fmla="*/ 249389 h 265746"/>
              <a:gd name="connsiteX1" fmla="*/ 21642 w 227247"/>
              <a:gd name="connsiteY1" fmla="*/ 87069 h 265746"/>
              <a:gd name="connsiteX2" fmla="*/ 70338 w 227247"/>
              <a:gd name="connsiteY2" fmla="*/ 5909 h 265746"/>
              <a:gd name="connsiteX3" fmla="*/ 119034 w 227247"/>
              <a:gd name="connsiteY3" fmla="*/ 243978 h 265746"/>
              <a:gd name="connsiteX4" fmla="*/ 171004 w 227247"/>
              <a:gd name="connsiteY4" fmla="*/ 255502 h 265746"/>
              <a:gd name="connsiteX5" fmla="*/ 227247 w 227247"/>
              <a:gd name="connsiteY5" fmla="*/ 249389 h 265746"/>
              <a:gd name="connsiteX6" fmla="*/ 227247 w 227247"/>
              <a:gd name="connsiteY6" fmla="*/ 249389 h 265746"/>
              <a:gd name="connsiteX0" fmla="*/ 0 w 227247"/>
              <a:gd name="connsiteY0" fmla="*/ 249389 h 263304"/>
              <a:gd name="connsiteX1" fmla="*/ 21642 w 227247"/>
              <a:gd name="connsiteY1" fmla="*/ 87069 h 263304"/>
              <a:gd name="connsiteX2" fmla="*/ 70338 w 227247"/>
              <a:gd name="connsiteY2" fmla="*/ 5909 h 263304"/>
              <a:gd name="connsiteX3" fmla="*/ 119034 w 227247"/>
              <a:gd name="connsiteY3" fmla="*/ 243978 h 263304"/>
              <a:gd name="connsiteX4" fmla="*/ 227247 w 227247"/>
              <a:gd name="connsiteY4" fmla="*/ 249389 h 263304"/>
              <a:gd name="connsiteX5" fmla="*/ 227247 w 227247"/>
              <a:gd name="connsiteY5" fmla="*/ 249389 h 263304"/>
              <a:gd name="connsiteX0" fmla="*/ 0 w 227247"/>
              <a:gd name="connsiteY0" fmla="*/ 249389 h 257002"/>
              <a:gd name="connsiteX1" fmla="*/ 21642 w 227247"/>
              <a:gd name="connsiteY1" fmla="*/ 87069 h 257002"/>
              <a:gd name="connsiteX2" fmla="*/ 70338 w 227247"/>
              <a:gd name="connsiteY2" fmla="*/ 5909 h 257002"/>
              <a:gd name="connsiteX3" fmla="*/ 119034 w 227247"/>
              <a:gd name="connsiteY3" fmla="*/ 243978 h 257002"/>
              <a:gd name="connsiteX4" fmla="*/ 190816 w 227247"/>
              <a:gd name="connsiteY4" fmla="*/ 228111 h 257002"/>
              <a:gd name="connsiteX5" fmla="*/ 227247 w 227247"/>
              <a:gd name="connsiteY5" fmla="*/ 249389 h 257002"/>
              <a:gd name="connsiteX6" fmla="*/ 227247 w 227247"/>
              <a:gd name="connsiteY6" fmla="*/ 249389 h 257002"/>
              <a:gd name="connsiteX0" fmla="*/ 0 w 227247"/>
              <a:gd name="connsiteY0" fmla="*/ 249389 h 263304"/>
              <a:gd name="connsiteX1" fmla="*/ 21642 w 227247"/>
              <a:gd name="connsiteY1" fmla="*/ 87069 h 263304"/>
              <a:gd name="connsiteX2" fmla="*/ 70338 w 227247"/>
              <a:gd name="connsiteY2" fmla="*/ 5909 h 263304"/>
              <a:gd name="connsiteX3" fmla="*/ 119034 w 227247"/>
              <a:gd name="connsiteY3" fmla="*/ 243978 h 263304"/>
              <a:gd name="connsiteX4" fmla="*/ 227247 w 227247"/>
              <a:gd name="connsiteY4" fmla="*/ 249389 h 263304"/>
              <a:gd name="connsiteX5" fmla="*/ 227247 w 227247"/>
              <a:gd name="connsiteY5" fmla="*/ 249389 h 263304"/>
              <a:gd name="connsiteX0" fmla="*/ 0 w 271274"/>
              <a:gd name="connsiteY0" fmla="*/ 249389 h 263304"/>
              <a:gd name="connsiteX1" fmla="*/ 21642 w 271274"/>
              <a:gd name="connsiteY1" fmla="*/ 87069 h 263304"/>
              <a:gd name="connsiteX2" fmla="*/ 70338 w 271274"/>
              <a:gd name="connsiteY2" fmla="*/ 5909 h 263304"/>
              <a:gd name="connsiteX3" fmla="*/ 119034 w 271274"/>
              <a:gd name="connsiteY3" fmla="*/ 243978 h 263304"/>
              <a:gd name="connsiteX4" fmla="*/ 227247 w 271274"/>
              <a:gd name="connsiteY4" fmla="*/ 249389 h 263304"/>
              <a:gd name="connsiteX5" fmla="*/ 271274 w 271274"/>
              <a:gd name="connsiteY5" fmla="*/ 254867 h 263304"/>
              <a:gd name="connsiteX0" fmla="*/ 0 w 227247"/>
              <a:gd name="connsiteY0" fmla="*/ 249389 h 263304"/>
              <a:gd name="connsiteX1" fmla="*/ 21642 w 227247"/>
              <a:gd name="connsiteY1" fmla="*/ 87069 h 263304"/>
              <a:gd name="connsiteX2" fmla="*/ 70338 w 227247"/>
              <a:gd name="connsiteY2" fmla="*/ 5909 h 263304"/>
              <a:gd name="connsiteX3" fmla="*/ 119034 w 227247"/>
              <a:gd name="connsiteY3" fmla="*/ 243978 h 263304"/>
              <a:gd name="connsiteX4" fmla="*/ 227247 w 227247"/>
              <a:gd name="connsiteY4" fmla="*/ 249389 h 263304"/>
              <a:gd name="connsiteX0" fmla="*/ 0 w 227247"/>
              <a:gd name="connsiteY0" fmla="*/ 248491 h 252458"/>
              <a:gd name="connsiteX1" fmla="*/ 21642 w 227247"/>
              <a:gd name="connsiteY1" fmla="*/ 86171 h 252458"/>
              <a:gd name="connsiteX2" fmla="*/ 70338 w 227247"/>
              <a:gd name="connsiteY2" fmla="*/ 5011 h 252458"/>
              <a:gd name="connsiteX3" fmla="*/ 130041 w 227247"/>
              <a:gd name="connsiteY3" fmla="*/ 226645 h 252458"/>
              <a:gd name="connsiteX4" fmla="*/ 227247 w 227247"/>
              <a:gd name="connsiteY4" fmla="*/ 248491 h 252458"/>
              <a:gd name="connsiteX0" fmla="*/ 0 w 227247"/>
              <a:gd name="connsiteY0" fmla="*/ 248491 h 254522"/>
              <a:gd name="connsiteX1" fmla="*/ 21642 w 227247"/>
              <a:gd name="connsiteY1" fmla="*/ 86171 h 254522"/>
              <a:gd name="connsiteX2" fmla="*/ 70338 w 227247"/>
              <a:gd name="connsiteY2" fmla="*/ 5011 h 254522"/>
              <a:gd name="connsiteX3" fmla="*/ 130041 w 227247"/>
              <a:gd name="connsiteY3" fmla="*/ 226645 h 254522"/>
              <a:gd name="connsiteX4" fmla="*/ 227247 w 227247"/>
              <a:gd name="connsiteY4" fmla="*/ 248491 h 254522"/>
              <a:gd name="connsiteX0" fmla="*/ 0 w 227247"/>
              <a:gd name="connsiteY0" fmla="*/ 248491 h 270537"/>
              <a:gd name="connsiteX1" fmla="*/ 21642 w 227247"/>
              <a:gd name="connsiteY1" fmla="*/ 86171 h 270537"/>
              <a:gd name="connsiteX2" fmla="*/ 70338 w 227247"/>
              <a:gd name="connsiteY2" fmla="*/ 5011 h 270537"/>
              <a:gd name="connsiteX3" fmla="*/ 130041 w 227247"/>
              <a:gd name="connsiteY3" fmla="*/ 226645 h 270537"/>
              <a:gd name="connsiteX4" fmla="*/ 227247 w 227247"/>
              <a:gd name="connsiteY4" fmla="*/ 248491 h 270537"/>
              <a:gd name="connsiteX0" fmla="*/ 36087 w 169331"/>
              <a:gd name="connsiteY0" fmla="*/ 248491 h 418312"/>
              <a:gd name="connsiteX1" fmla="*/ 57729 w 169331"/>
              <a:gd name="connsiteY1" fmla="*/ 86171 h 418312"/>
              <a:gd name="connsiteX2" fmla="*/ 106425 w 169331"/>
              <a:gd name="connsiteY2" fmla="*/ 5011 h 418312"/>
              <a:gd name="connsiteX3" fmla="*/ 166128 w 169331"/>
              <a:gd name="connsiteY3" fmla="*/ 226645 h 418312"/>
              <a:gd name="connsiteX4" fmla="*/ 1373 w 169331"/>
              <a:gd name="connsiteY4" fmla="*/ 418312 h 418312"/>
              <a:gd name="connsiteX0" fmla="*/ 34714 w 196200"/>
              <a:gd name="connsiteY0" fmla="*/ 248491 h 454083"/>
              <a:gd name="connsiteX1" fmla="*/ 56356 w 196200"/>
              <a:gd name="connsiteY1" fmla="*/ 86171 h 454083"/>
              <a:gd name="connsiteX2" fmla="*/ 105052 w 196200"/>
              <a:gd name="connsiteY2" fmla="*/ 5011 h 454083"/>
              <a:gd name="connsiteX3" fmla="*/ 164755 w 196200"/>
              <a:gd name="connsiteY3" fmla="*/ 226645 h 454083"/>
              <a:gd name="connsiteX4" fmla="*/ 0 w 196200"/>
              <a:gd name="connsiteY4" fmla="*/ 418312 h 454083"/>
              <a:gd name="connsiteX0" fmla="*/ 0 w 374973"/>
              <a:gd name="connsiteY0" fmla="*/ 248491 h 300518"/>
              <a:gd name="connsiteX1" fmla="*/ 21642 w 374973"/>
              <a:gd name="connsiteY1" fmla="*/ 86171 h 300518"/>
              <a:gd name="connsiteX2" fmla="*/ 70338 w 374973"/>
              <a:gd name="connsiteY2" fmla="*/ 5011 h 300518"/>
              <a:gd name="connsiteX3" fmla="*/ 130041 w 374973"/>
              <a:gd name="connsiteY3" fmla="*/ 226645 h 300518"/>
              <a:gd name="connsiteX4" fmla="*/ 253663 w 374973"/>
              <a:gd name="connsiteY4" fmla="*/ 237535 h 300518"/>
              <a:gd name="connsiteX0" fmla="*/ 0 w 253663"/>
              <a:gd name="connsiteY0" fmla="*/ 248491 h 248491"/>
              <a:gd name="connsiteX1" fmla="*/ 21642 w 253663"/>
              <a:gd name="connsiteY1" fmla="*/ 86171 h 248491"/>
              <a:gd name="connsiteX2" fmla="*/ 70338 w 253663"/>
              <a:gd name="connsiteY2" fmla="*/ 5011 h 248491"/>
              <a:gd name="connsiteX3" fmla="*/ 130041 w 253663"/>
              <a:gd name="connsiteY3" fmla="*/ 226645 h 248491"/>
              <a:gd name="connsiteX4" fmla="*/ 253663 w 253663"/>
              <a:gd name="connsiteY4" fmla="*/ 237535 h 248491"/>
              <a:gd name="connsiteX0" fmla="*/ 0 w 253663"/>
              <a:gd name="connsiteY0" fmla="*/ 246288 h 246288"/>
              <a:gd name="connsiteX1" fmla="*/ 21642 w 253663"/>
              <a:gd name="connsiteY1" fmla="*/ 83968 h 246288"/>
              <a:gd name="connsiteX2" fmla="*/ 70338 w 253663"/>
              <a:gd name="connsiteY2" fmla="*/ 2808 h 246288"/>
              <a:gd name="connsiteX3" fmla="*/ 169665 w 253663"/>
              <a:gd name="connsiteY3" fmla="*/ 180618 h 246288"/>
              <a:gd name="connsiteX4" fmla="*/ 253663 w 253663"/>
              <a:gd name="connsiteY4" fmla="*/ 235332 h 246288"/>
              <a:gd name="connsiteX0" fmla="*/ 0 w 253663"/>
              <a:gd name="connsiteY0" fmla="*/ 248199 h 248199"/>
              <a:gd name="connsiteX1" fmla="*/ 21642 w 253663"/>
              <a:gd name="connsiteY1" fmla="*/ 85879 h 248199"/>
              <a:gd name="connsiteX2" fmla="*/ 70338 w 253663"/>
              <a:gd name="connsiteY2" fmla="*/ 4719 h 248199"/>
              <a:gd name="connsiteX3" fmla="*/ 134443 w 253663"/>
              <a:gd name="connsiteY3" fmla="*/ 220875 h 248199"/>
              <a:gd name="connsiteX4" fmla="*/ 253663 w 253663"/>
              <a:gd name="connsiteY4" fmla="*/ 237243 h 248199"/>
              <a:gd name="connsiteX0" fmla="*/ 0 w 265952"/>
              <a:gd name="connsiteY0" fmla="*/ 248199 h 248199"/>
              <a:gd name="connsiteX1" fmla="*/ 21642 w 265952"/>
              <a:gd name="connsiteY1" fmla="*/ 85879 h 248199"/>
              <a:gd name="connsiteX2" fmla="*/ 70338 w 265952"/>
              <a:gd name="connsiteY2" fmla="*/ 4719 h 248199"/>
              <a:gd name="connsiteX3" fmla="*/ 134443 w 265952"/>
              <a:gd name="connsiteY3" fmla="*/ 220875 h 248199"/>
              <a:gd name="connsiteX4" fmla="*/ 253663 w 265952"/>
              <a:gd name="connsiteY4" fmla="*/ 237243 h 248199"/>
              <a:gd name="connsiteX0" fmla="*/ 0 w 253663"/>
              <a:gd name="connsiteY0" fmla="*/ 248199 h 248199"/>
              <a:gd name="connsiteX1" fmla="*/ 21642 w 253663"/>
              <a:gd name="connsiteY1" fmla="*/ 85879 h 248199"/>
              <a:gd name="connsiteX2" fmla="*/ 70338 w 253663"/>
              <a:gd name="connsiteY2" fmla="*/ 4719 h 248199"/>
              <a:gd name="connsiteX3" fmla="*/ 134443 w 253663"/>
              <a:gd name="connsiteY3" fmla="*/ 220875 h 248199"/>
              <a:gd name="connsiteX4" fmla="*/ 253663 w 253663"/>
              <a:gd name="connsiteY4" fmla="*/ 237243 h 248199"/>
              <a:gd name="connsiteX0" fmla="*/ 0 w 253663"/>
              <a:gd name="connsiteY0" fmla="*/ 248199 h 248199"/>
              <a:gd name="connsiteX1" fmla="*/ 21642 w 253663"/>
              <a:gd name="connsiteY1" fmla="*/ 85879 h 248199"/>
              <a:gd name="connsiteX2" fmla="*/ 85747 w 253663"/>
              <a:gd name="connsiteY2" fmla="*/ 4719 h 248199"/>
              <a:gd name="connsiteX3" fmla="*/ 134443 w 253663"/>
              <a:gd name="connsiteY3" fmla="*/ 220875 h 248199"/>
              <a:gd name="connsiteX4" fmla="*/ 253663 w 253663"/>
              <a:gd name="connsiteY4" fmla="*/ 237243 h 248199"/>
              <a:gd name="connsiteX0" fmla="*/ 0 w 253663"/>
              <a:gd name="connsiteY0" fmla="*/ 247126 h 247126"/>
              <a:gd name="connsiteX1" fmla="*/ 34850 w 253663"/>
              <a:gd name="connsiteY1" fmla="*/ 95762 h 247126"/>
              <a:gd name="connsiteX2" fmla="*/ 85747 w 253663"/>
              <a:gd name="connsiteY2" fmla="*/ 3646 h 247126"/>
              <a:gd name="connsiteX3" fmla="*/ 134443 w 253663"/>
              <a:gd name="connsiteY3" fmla="*/ 219802 h 247126"/>
              <a:gd name="connsiteX4" fmla="*/ 253663 w 253663"/>
              <a:gd name="connsiteY4" fmla="*/ 236170 h 247126"/>
              <a:gd name="connsiteX0" fmla="*/ 0 w 253663"/>
              <a:gd name="connsiteY0" fmla="*/ 246262 h 246262"/>
              <a:gd name="connsiteX1" fmla="*/ 34850 w 253663"/>
              <a:gd name="connsiteY1" fmla="*/ 94898 h 246262"/>
              <a:gd name="connsiteX2" fmla="*/ 85747 w 253663"/>
              <a:gd name="connsiteY2" fmla="*/ 2782 h 246262"/>
              <a:gd name="connsiteX3" fmla="*/ 141047 w 253663"/>
              <a:gd name="connsiteY3" fmla="*/ 199764 h 246262"/>
              <a:gd name="connsiteX4" fmla="*/ 253663 w 253663"/>
              <a:gd name="connsiteY4" fmla="*/ 235306 h 246262"/>
              <a:gd name="connsiteX0" fmla="*/ 0 w 271274"/>
              <a:gd name="connsiteY0" fmla="*/ 246262 h 246262"/>
              <a:gd name="connsiteX1" fmla="*/ 34850 w 271274"/>
              <a:gd name="connsiteY1" fmla="*/ 94898 h 246262"/>
              <a:gd name="connsiteX2" fmla="*/ 85747 w 271274"/>
              <a:gd name="connsiteY2" fmla="*/ 2782 h 246262"/>
              <a:gd name="connsiteX3" fmla="*/ 141047 w 271274"/>
              <a:gd name="connsiteY3" fmla="*/ 199764 h 246262"/>
              <a:gd name="connsiteX4" fmla="*/ 271274 w 271274"/>
              <a:gd name="connsiteY4" fmla="*/ 224350 h 246262"/>
              <a:gd name="connsiteX0" fmla="*/ 0 w 271274"/>
              <a:gd name="connsiteY0" fmla="*/ 246997 h 246997"/>
              <a:gd name="connsiteX1" fmla="*/ 34850 w 271274"/>
              <a:gd name="connsiteY1" fmla="*/ 95633 h 246997"/>
              <a:gd name="connsiteX2" fmla="*/ 85747 w 271274"/>
              <a:gd name="connsiteY2" fmla="*/ 3517 h 246997"/>
              <a:gd name="connsiteX3" fmla="*/ 136644 w 271274"/>
              <a:gd name="connsiteY3" fmla="*/ 216933 h 246997"/>
              <a:gd name="connsiteX4" fmla="*/ 271274 w 271274"/>
              <a:gd name="connsiteY4" fmla="*/ 225085 h 246997"/>
              <a:gd name="connsiteX0" fmla="*/ 0 w 258065"/>
              <a:gd name="connsiteY0" fmla="*/ 246997 h 246997"/>
              <a:gd name="connsiteX1" fmla="*/ 34850 w 258065"/>
              <a:gd name="connsiteY1" fmla="*/ 95633 h 246997"/>
              <a:gd name="connsiteX2" fmla="*/ 85747 w 258065"/>
              <a:gd name="connsiteY2" fmla="*/ 3517 h 246997"/>
              <a:gd name="connsiteX3" fmla="*/ 136644 w 258065"/>
              <a:gd name="connsiteY3" fmla="*/ 216933 h 246997"/>
              <a:gd name="connsiteX4" fmla="*/ 258065 w 258065"/>
              <a:gd name="connsiteY4" fmla="*/ 241520 h 246997"/>
              <a:gd name="connsiteX0" fmla="*/ 0 w 258342"/>
              <a:gd name="connsiteY0" fmla="*/ 246997 h 246997"/>
              <a:gd name="connsiteX1" fmla="*/ 34850 w 258342"/>
              <a:gd name="connsiteY1" fmla="*/ 95633 h 246997"/>
              <a:gd name="connsiteX2" fmla="*/ 85747 w 258342"/>
              <a:gd name="connsiteY2" fmla="*/ 3517 h 246997"/>
              <a:gd name="connsiteX3" fmla="*/ 136644 w 258342"/>
              <a:gd name="connsiteY3" fmla="*/ 216933 h 246997"/>
              <a:gd name="connsiteX4" fmla="*/ 258065 w 258342"/>
              <a:gd name="connsiteY4" fmla="*/ 241520 h 24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342" h="246997">
                <a:moveTo>
                  <a:pt x="0" y="246997"/>
                </a:moveTo>
                <a:cubicBezTo>
                  <a:pt x="4509" y="213180"/>
                  <a:pt x="20559" y="136213"/>
                  <a:pt x="34850" y="95633"/>
                </a:cubicBezTo>
                <a:cubicBezTo>
                  <a:pt x="49141" y="55053"/>
                  <a:pt x="68781" y="-16700"/>
                  <a:pt x="85747" y="3517"/>
                </a:cubicBezTo>
                <a:cubicBezTo>
                  <a:pt x="102713" y="23734"/>
                  <a:pt x="107924" y="177266"/>
                  <a:pt x="136644" y="216933"/>
                </a:cubicBezTo>
                <a:cubicBezTo>
                  <a:pt x="165364" y="256600"/>
                  <a:pt x="264242" y="243356"/>
                  <a:pt x="258065" y="241520"/>
                </a:cubicBezTo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A3D2B2-34DD-AD95-03B7-F8B97B78498C}"/>
              </a:ext>
            </a:extLst>
          </p:cNvPr>
          <p:cNvSpPr/>
          <p:nvPr/>
        </p:nvSpPr>
        <p:spPr>
          <a:xfrm>
            <a:off x="1637473" y="2087766"/>
            <a:ext cx="298206" cy="238912"/>
          </a:xfrm>
          <a:custGeom>
            <a:avLst/>
            <a:gdLst>
              <a:gd name="connsiteX0" fmla="*/ 0 w 401443"/>
              <a:gd name="connsiteY0" fmla="*/ 327112 h 334546"/>
              <a:gd name="connsiteX1" fmla="*/ 81775 w 401443"/>
              <a:gd name="connsiteY1" fmla="*/ 327112 h 334546"/>
              <a:gd name="connsiteX2" fmla="*/ 170985 w 401443"/>
              <a:gd name="connsiteY2" fmla="*/ 327112 h 334546"/>
              <a:gd name="connsiteX3" fmla="*/ 185853 w 401443"/>
              <a:gd name="connsiteY3" fmla="*/ 252771 h 334546"/>
              <a:gd name="connsiteX4" fmla="*/ 185853 w 401443"/>
              <a:gd name="connsiteY4" fmla="*/ 163561 h 334546"/>
              <a:gd name="connsiteX5" fmla="*/ 260195 w 401443"/>
              <a:gd name="connsiteY5" fmla="*/ 10 h 334546"/>
              <a:gd name="connsiteX6" fmla="*/ 297365 w 401443"/>
              <a:gd name="connsiteY6" fmla="*/ 156127 h 334546"/>
              <a:gd name="connsiteX7" fmla="*/ 297365 w 401443"/>
              <a:gd name="connsiteY7" fmla="*/ 275073 h 334546"/>
              <a:gd name="connsiteX8" fmla="*/ 401443 w 401443"/>
              <a:gd name="connsiteY8" fmla="*/ 334546 h 334546"/>
              <a:gd name="connsiteX0" fmla="*/ 0 w 401443"/>
              <a:gd name="connsiteY0" fmla="*/ 327112 h 334546"/>
              <a:gd name="connsiteX1" fmla="*/ 81775 w 401443"/>
              <a:gd name="connsiteY1" fmla="*/ 327112 h 334546"/>
              <a:gd name="connsiteX2" fmla="*/ 160533 w 401443"/>
              <a:gd name="connsiteY2" fmla="*/ 315140 h 334546"/>
              <a:gd name="connsiteX3" fmla="*/ 185853 w 401443"/>
              <a:gd name="connsiteY3" fmla="*/ 252771 h 334546"/>
              <a:gd name="connsiteX4" fmla="*/ 185853 w 401443"/>
              <a:gd name="connsiteY4" fmla="*/ 163561 h 334546"/>
              <a:gd name="connsiteX5" fmla="*/ 260195 w 401443"/>
              <a:gd name="connsiteY5" fmla="*/ 10 h 334546"/>
              <a:gd name="connsiteX6" fmla="*/ 297365 w 401443"/>
              <a:gd name="connsiteY6" fmla="*/ 156127 h 334546"/>
              <a:gd name="connsiteX7" fmla="*/ 297365 w 401443"/>
              <a:gd name="connsiteY7" fmla="*/ 275073 h 334546"/>
              <a:gd name="connsiteX8" fmla="*/ 401443 w 401443"/>
              <a:gd name="connsiteY8" fmla="*/ 334546 h 334546"/>
              <a:gd name="connsiteX0" fmla="*/ 0 w 401443"/>
              <a:gd name="connsiteY0" fmla="*/ 329884 h 337318"/>
              <a:gd name="connsiteX1" fmla="*/ 81775 w 401443"/>
              <a:gd name="connsiteY1" fmla="*/ 329884 h 337318"/>
              <a:gd name="connsiteX2" fmla="*/ 160533 w 401443"/>
              <a:gd name="connsiteY2" fmla="*/ 317912 h 337318"/>
              <a:gd name="connsiteX3" fmla="*/ 185853 w 401443"/>
              <a:gd name="connsiteY3" fmla="*/ 255543 h 337318"/>
              <a:gd name="connsiteX4" fmla="*/ 199789 w 401443"/>
              <a:gd name="connsiteY4" fmla="*/ 73548 h 337318"/>
              <a:gd name="connsiteX5" fmla="*/ 260195 w 401443"/>
              <a:gd name="connsiteY5" fmla="*/ 2782 h 337318"/>
              <a:gd name="connsiteX6" fmla="*/ 297365 w 401443"/>
              <a:gd name="connsiteY6" fmla="*/ 158899 h 337318"/>
              <a:gd name="connsiteX7" fmla="*/ 297365 w 401443"/>
              <a:gd name="connsiteY7" fmla="*/ 277845 h 337318"/>
              <a:gd name="connsiteX8" fmla="*/ 401443 w 401443"/>
              <a:gd name="connsiteY8" fmla="*/ 337318 h 337318"/>
              <a:gd name="connsiteX0" fmla="*/ 0 w 401443"/>
              <a:gd name="connsiteY0" fmla="*/ 327655 h 335089"/>
              <a:gd name="connsiteX1" fmla="*/ 81775 w 401443"/>
              <a:gd name="connsiteY1" fmla="*/ 327655 h 335089"/>
              <a:gd name="connsiteX2" fmla="*/ 160533 w 401443"/>
              <a:gd name="connsiteY2" fmla="*/ 315683 h 335089"/>
              <a:gd name="connsiteX3" fmla="*/ 185853 w 401443"/>
              <a:gd name="connsiteY3" fmla="*/ 253314 h 335089"/>
              <a:gd name="connsiteX4" fmla="*/ 217208 w 401443"/>
              <a:gd name="connsiteY4" fmla="*/ 110229 h 335089"/>
              <a:gd name="connsiteX5" fmla="*/ 260195 w 401443"/>
              <a:gd name="connsiteY5" fmla="*/ 553 h 335089"/>
              <a:gd name="connsiteX6" fmla="*/ 297365 w 401443"/>
              <a:gd name="connsiteY6" fmla="*/ 156670 h 335089"/>
              <a:gd name="connsiteX7" fmla="*/ 297365 w 401443"/>
              <a:gd name="connsiteY7" fmla="*/ 275616 h 335089"/>
              <a:gd name="connsiteX8" fmla="*/ 401443 w 401443"/>
              <a:gd name="connsiteY8" fmla="*/ 335089 h 335089"/>
              <a:gd name="connsiteX0" fmla="*/ 0 w 401443"/>
              <a:gd name="connsiteY0" fmla="*/ 327575 h 335009"/>
              <a:gd name="connsiteX1" fmla="*/ 81775 w 401443"/>
              <a:gd name="connsiteY1" fmla="*/ 327575 h 335009"/>
              <a:gd name="connsiteX2" fmla="*/ 160533 w 401443"/>
              <a:gd name="connsiteY2" fmla="*/ 315603 h 335009"/>
              <a:gd name="connsiteX3" fmla="*/ 185853 w 401443"/>
              <a:gd name="connsiteY3" fmla="*/ 253234 h 335009"/>
              <a:gd name="connsiteX4" fmla="*/ 199789 w 401443"/>
              <a:gd name="connsiteY4" fmla="*/ 113142 h 335009"/>
              <a:gd name="connsiteX5" fmla="*/ 260195 w 401443"/>
              <a:gd name="connsiteY5" fmla="*/ 473 h 335009"/>
              <a:gd name="connsiteX6" fmla="*/ 297365 w 401443"/>
              <a:gd name="connsiteY6" fmla="*/ 156590 h 335009"/>
              <a:gd name="connsiteX7" fmla="*/ 297365 w 401443"/>
              <a:gd name="connsiteY7" fmla="*/ 275536 h 335009"/>
              <a:gd name="connsiteX8" fmla="*/ 401443 w 401443"/>
              <a:gd name="connsiteY8" fmla="*/ 335009 h 335009"/>
              <a:gd name="connsiteX0" fmla="*/ 0 w 401443"/>
              <a:gd name="connsiteY0" fmla="*/ 327119 h 334553"/>
              <a:gd name="connsiteX1" fmla="*/ 81775 w 401443"/>
              <a:gd name="connsiteY1" fmla="*/ 327119 h 334553"/>
              <a:gd name="connsiteX2" fmla="*/ 160533 w 401443"/>
              <a:gd name="connsiteY2" fmla="*/ 315147 h 334553"/>
              <a:gd name="connsiteX3" fmla="*/ 185853 w 401443"/>
              <a:gd name="connsiteY3" fmla="*/ 252778 h 334553"/>
              <a:gd name="connsiteX4" fmla="*/ 199789 w 401443"/>
              <a:gd name="connsiteY4" fmla="*/ 112686 h 334553"/>
              <a:gd name="connsiteX5" fmla="*/ 260195 w 401443"/>
              <a:gd name="connsiteY5" fmla="*/ 17 h 334553"/>
              <a:gd name="connsiteX6" fmla="*/ 311300 w 401443"/>
              <a:gd name="connsiteY6" fmla="*/ 120217 h 334553"/>
              <a:gd name="connsiteX7" fmla="*/ 297365 w 401443"/>
              <a:gd name="connsiteY7" fmla="*/ 275080 h 334553"/>
              <a:gd name="connsiteX8" fmla="*/ 401443 w 401443"/>
              <a:gd name="connsiteY8" fmla="*/ 334553 h 334553"/>
              <a:gd name="connsiteX0" fmla="*/ 0 w 401443"/>
              <a:gd name="connsiteY0" fmla="*/ 327119 h 334553"/>
              <a:gd name="connsiteX1" fmla="*/ 81775 w 401443"/>
              <a:gd name="connsiteY1" fmla="*/ 327119 h 334553"/>
              <a:gd name="connsiteX2" fmla="*/ 160533 w 401443"/>
              <a:gd name="connsiteY2" fmla="*/ 315147 h 334553"/>
              <a:gd name="connsiteX3" fmla="*/ 185853 w 401443"/>
              <a:gd name="connsiteY3" fmla="*/ 252778 h 334553"/>
              <a:gd name="connsiteX4" fmla="*/ 199789 w 401443"/>
              <a:gd name="connsiteY4" fmla="*/ 112686 h 334553"/>
              <a:gd name="connsiteX5" fmla="*/ 260195 w 401443"/>
              <a:gd name="connsiteY5" fmla="*/ 17 h 334553"/>
              <a:gd name="connsiteX6" fmla="*/ 311300 w 401443"/>
              <a:gd name="connsiteY6" fmla="*/ 120217 h 334553"/>
              <a:gd name="connsiteX7" fmla="*/ 332204 w 401443"/>
              <a:gd name="connsiteY7" fmla="*/ 308004 h 334553"/>
              <a:gd name="connsiteX8" fmla="*/ 401443 w 401443"/>
              <a:gd name="connsiteY8" fmla="*/ 334553 h 334553"/>
              <a:gd name="connsiteX0" fmla="*/ 0 w 401443"/>
              <a:gd name="connsiteY0" fmla="*/ 327103 h 334537"/>
              <a:gd name="connsiteX1" fmla="*/ 81775 w 401443"/>
              <a:gd name="connsiteY1" fmla="*/ 327103 h 334537"/>
              <a:gd name="connsiteX2" fmla="*/ 160533 w 401443"/>
              <a:gd name="connsiteY2" fmla="*/ 315131 h 334537"/>
              <a:gd name="connsiteX3" fmla="*/ 185853 w 401443"/>
              <a:gd name="connsiteY3" fmla="*/ 252762 h 334537"/>
              <a:gd name="connsiteX4" fmla="*/ 210241 w 401443"/>
              <a:gd name="connsiteY4" fmla="*/ 118656 h 334537"/>
              <a:gd name="connsiteX5" fmla="*/ 260195 w 401443"/>
              <a:gd name="connsiteY5" fmla="*/ 1 h 334537"/>
              <a:gd name="connsiteX6" fmla="*/ 311300 w 401443"/>
              <a:gd name="connsiteY6" fmla="*/ 120201 h 334537"/>
              <a:gd name="connsiteX7" fmla="*/ 332204 w 401443"/>
              <a:gd name="connsiteY7" fmla="*/ 307988 h 334537"/>
              <a:gd name="connsiteX8" fmla="*/ 401443 w 401443"/>
              <a:gd name="connsiteY8" fmla="*/ 334537 h 334537"/>
              <a:gd name="connsiteX0" fmla="*/ 0 w 401443"/>
              <a:gd name="connsiteY0" fmla="*/ 327107 h 334541"/>
              <a:gd name="connsiteX1" fmla="*/ 81775 w 401443"/>
              <a:gd name="connsiteY1" fmla="*/ 327107 h 334541"/>
              <a:gd name="connsiteX2" fmla="*/ 160533 w 401443"/>
              <a:gd name="connsiteY2" fmla="*/ 315135 h 334541"/>
              <a:gd name="connsiteX3" fmla="*/ 185853 w 401443"/>
              <a:gd name="connsiteY3" fmla="*/ 252766 h 334541"/>
              <a:gd name="connsiteX4" fmla="*/ 199789 w 401443"/>
              <a:gd name="connsiteY4" fmla="*/ 115667 h 334541"/>
              <a:gd name="connsiteX5" fmla="*/ 260195 w 401443"/>
              <a:gd name="connsiteY5" fmla="*/ 5 h 334541"/>
              <a:gd name="connsiteX6" fmla="*/ 311300 w 401443"/>
              <a:gd name="connsiteY6" fmla="*/ 120205 h 334541"/>
              <a:gd name="connsiteX7" fmla="*/ 332204 w 401443"/>
              <a:gd name="connsiteY7" fmla="*/ 307992 h 334541"/>
              <a:gd name="connsiteX8" fmla="*/ 401443 w 401443"/>
              <a:gd name="connsiteY8" fmla="*/ 334541 h 334541"/>
              <a:gd name="connsiteX0" fmla="*/ 0 w 401443"/>
              <a:gd name="connsiteY0" fmla="*/ 327107 h 334541"/>
              <a:gd name="connsiteX1" fmla="*/ 81775 w 401443"/>
              <a:gd name="connsiteY1" fmla="*/ 327107 h 334541"/>
              <a:gd name="connsiteX2" fmla="*/ 160533 w 401443"/>
              <a:gd name="connsiteY2" fmla="*/ 315135 h 334541"/>
              <a:gd name="connsiteX3" fmla="*/ 185853 w 401443"/>
              <a:gd name="connsiteY3" fmla="*/ 252766 h 334541"/>
              <a:gd name="connsiteX4" fmla="*/ 210241 w 401443"/>
              <a:gd name="connsiteY4" fmla="*/ 115667 h 334541"/>
              <a:gd name="connsiteX5" fmla="*/ 260195 w 401443"/>
              <a:gd name="connsiteY5" fmla="*/ 5 h 334541"/>
              <a:gd name="connsiteX6" fmla="*/ 311300 w 401443"/>
              <a:gd name="connsiteY6" fmla="*/ 120205 h 334541"/>
              <a:gd name="connsiteX7" fmla="*/ 332204 w 401443"/>
              <a:gd name="connsiteY7" fmla="*/ 307992 h 334541"/>
              <a:gd name="connsiteX8" fmla="*/ 401443 w 401443"/>
              <a:gd name="connsiteY8" fmla="*/ 334541 h 334541"/>
              <a:gd name="connsiteX0" fmla="*/ 0 w 401443"/>
              <a:gd name="connsiteY0" fmla="*/ 327187 h 334621"/>
              <a:gd name="connsiteX1" fmla="*/ 81775 w 401443"/>
              <a:gd name="connsiteY1" fmla="*/ 327187 h 334621"/>
              <a:gd name="connsiteX2" fmla="*/ 160533 w 401443"/>
              <a:gd name="connsiteY2" fmla="*/ 315215 h 334621"/>
              <a:gd name="connsiteX3" fmla="*/ 185853 w 401443"/>
              <a:gd name="connsiteY3" fmla="*/ 252846 h 334621"/>
              <a:gd name="connsiteX4" fmla="*/ 206757 w 401443"/>
              <a:gd name="connsiteY4" fmla="*/ 103775 h 334621"/>
              <a:gd name="connsiteX5" fmla="*/ 260195 w 401443"/>
              <a:gd name="connsiteY5" fmla="*/ 85 h 334621"/>
              <a:gd name="connsiteX6" fmla="*/ 311300 w 401443"/>
              <a:gd name="connsiteY6" fmla="*/ 120285 h 334621"/>
              <a:gd name="connsiteX7" fmla="*/ 332204 w 401443"/>
              <a:gd name="connsiteY7" fmla="*/ 308072 h 334621"/>
              <a:gd name="connsiteX8" fmla="*/ 401443 w 401443"/>
              <a:gd name="connsiteY8" fmla="*/ 334621 h 334621"/>
              <a:gd name="connsiteX0" fmla="*/ 0 w 401443"/>
              <a:gd name="connsiteY0" fmla="*/ 327207 h 334641"/>
              <a:gd name="connsiteX1" fmla="*/ 81775 w 401443"/>
              <a:gd name="connsiteY1" fmla="*/ 327207 h 334641"/>
              <a:gd name="connsiteX2" fmla="*/ 160533 w 401443"/>
              <a:gd name="connsiteY2" fmla="*/ 315235 h 334641"/>
              <a:gd name="connsiteX3" fmla="*/ 185853 w 401443"/>
              <a:gd name="connsiteY3" fmla="*/ 252866 h 334641"/>
              <a:gd name="connsiteX4" fmla="*/ 206757 w 401443"/>
              <a:gd name="connsiteY4" fmla="*/ 103795 h 334641"/>
              <a:gd name="connsiteX5" fmla="*/ 260195 w 401443"/>
              <a:gd name="connsiteY5" fmla="*/ 105 h 334641"/>
              <a:gd name="connsiteX6" fmla="*/ 311300 w 401443"/>
              <a:gd name="connsiteY6" fmla="*/ 120305 h 334641"/>
              <a:gd name="connsiteX7" fmla="*/ 332204 w 401443"/>
              <a:gd name="connsiteY7" fmla="*/ 308092 h 334641"/>
              <a:gd name="connsiteX8" fmla="*/ 401443 w 401443"/>
              <a:gd name="connsiteY8" fmla="*/ 334641 h 334641"/>
              <a:gd name="connsiteX0" fmla="*/ 0 w 401443"/>
              <a:gd name="connsiteY0" fmla="*/ 306288 h 313722"/>
              <a:gd name="connsiteX1" fmla="*/ 81775 w 401443"/>
              <a:gd name="connsiteY1" fmla="*/ 306288 h 313722"/>
              <a:gd name="connsiteX2" fmla="*/ 160533 w 401443"/>
              <a:gd name="connsiteY2" fmla="*/ 294316 h 313722"/>
              <a:gd name="connsiteX3" fmla="*/ 185853 w 401443"/>
              <a:gd name="connsiteY3" fmla="*/ 231947 h 313722"/>
              <a:gd name="connsiteX4" fmla="*/ 206757 w 401443"/>
              <a:gd name="connsiteY4" fmla="*/ 82876 h 313722"/>
              <a:gd name="connsiteX5" fmla="*/ 260196 w 401443"/>
              <a:gd name="connsiteY5" fmla="*/ 139 h 313722"/>
              <a:gd name="connsiteX6" fmla="*/ 311300 w 401443"/>
              <a:gd name="connsiteY6" fmla="*/ 99386 h 313722"/>
              <a:gd name="connsiteX7" fmla="*/ 332204 w 401443"/>
              <a:gd name="connsiteY7" fmla="*/ 287173 h 313722"/>
              <a:gd name="connsiteX8" fmla="*/ 401443 w 401443"/>
              <a:gd name="connsiteY8" fmla="*/ 313722 h 313722"/>
              <a:gd name="connsiteX0" fmla="*/ 0 w 401443"/>
              <a:gd name="connsiteY0" fmla="*/ 297327 h 304761"/>
              <a:gd name="connsiteX1" fmla="*/ 81775 w 401443"/>
              <a:gd name="connsiteY1" fmla="*/ 297327 h 304761"/>
              <a:gd name="connsiteX2" fmla="*/ 160533 w 401443"/>
              <a:gd name="connsiteY2" fmla="*/ 285355 h 304761"/>
              <a:gd name="connsiteX3" fmla="*/ 185853 w 401443"/>
              <a:gd name="connsiteY3" fmla="*/ 222986 h 304761"/>
              <a:gd name="connsiteX4" fmla="*/ 206757 w 401443"/>
              <a:gd name="connsiteY4" fmla="*/ 73915 h 304761"/>
              <a:gd name="connsiteX5" fmla="*/ 267162 w 401443"/>
              <a:gd name="connsiteY5" fmla="*/ 158 h 304761"/>
              <a:gd name="connsiteX6" fmla="*/ 311300 w 401443"/>
              <a:gd name="connsiteY6" fmla="*/ 90425 h 304761"/>
              <a:gd name="connsiteX7" fmla="*/ 332204 w 401443"/>
              <a:gd name="connsiteY7" fmla="*/ 278212 h 304761"/>
              <a:gd name="connsiteX8" fmla="*/ 401443 w 401443"/>
              <a:gd name="connsiteY8" fmla="*/ 304761 h 304761"/>
              <a:gd name="connsiteX0" fmla="*/ 0 w 401443"/>
              <a:gd name="connsiteY0" fmla="*/ 297327 h 304761"/>
              <a:gd name="connsiteX1" fmla="*/ 81775 w 401443"/>
              <a:gd name="connsiteY1" fmla="*/ 297327 h 304761"/>
              <a:gd name="connsiteX2" fmla="*/ 143113 w 401443"/>
              <a:gd name="connsiteY2" fmla="*/ 264403 h 304761"/>
              <a:gd name="connsiteX3" fmla="*/ 185853 w 401443"/>
              <a:gd name="connsiteY3" fmla="*/ 222986 h 304761"/>
              <a:gd name="connsiteX4" fmla="*/ 206757 w 401443"/>
              <a:gd name="connsiteY4" fmla="*/ 73915 h 304761"/>
              <a:gd name="connsiteX5" fmla="*/ 267162 w 401443"/>
              <a:gd name="connsiteY5" fmla="*/ 158 h 304761"/>
              <a:gd name="connsiteX6" fmla="*/ 311300 w 401443"/>
              <a:gd name="connsiteY6" fmla="*/ 90425 h 304761"/>
              <a:gd name="connsiteX7" fmla="*/ 332204 w 401443"/>
              <a:gd name="connsiteY7" fmla="*/ 278212 h 304761"/>
              <a:gd name="connsiteX8" fmla="*/ 401443 w 401443"/>
              <a:gd name="connsiteY8" fmla="*/ 304761 h 304761"/>
              <a:gd name="connsiteX0" fmla="*/ 0 w 401443"/>
              <a:gd name="connsiteY0" fmla="*/ 297179 h 304613"/>
              <a:gd name="connsiteX1" fmla="*/ 81775 w 401443"/>
              <a:gd name="connsiteY1" fmla="*/ 297179 h 304613"/>
              <a:gd name="connsiteX2" fmla="*/ 143113 w 401443"/>
              <a:gd name="connsiteY2" fmla="*/ 264255 h 304613"/>
              <a:gd name="connsiteX3" fmla="*/ 185853 w 401443"/>
              <a:gd name="connsiteY3" fmla="*/ 222838 h 304613"/>
              <a:gd name="connsiteX4" fmla="*/ 206757 w 401443"/>
              <a:gd name="connsiteY4" fmla="*/ 94719 h 304613"/>
              <a:gd name="connsiteX5" fmla="*/ 267162 w 401443"/>
              <a:gd name="connsiteY5" fmla="*/ 10 h 304613"/>
              <a:gd name="connsiteX6" fmla="*/ 311300 w 401443"/>
              <a:gd name="connsiteY6" fmla="*/ 90277 h 304613"/>
              <a:gd name="connsiteX7" fmla="*/ 332204 w 401443"/>
              <a:gd name="connsiteY7" fmla="*/ 278064 h 304613"/>
              <a:gd name="connsiteX8" fmla="*/ 401443 w 401443"/>
              <a:gd name="connsiteY8" fmla="*/ 304613 h 304613"/>
              <a:gd name="connsiteX0" fmla="*/ 0 w 401443"/>
              <a:gd name="connsiteY0" fmla="*/ 297195 h 304629"/>
              <a:gd name="connsiteX1" fmla="*/ 81775 w 401443"/>
              <a:gd name="connsiteY1" fmla="*/ 297195 h 304629"/>
              <a:gd name="connsiteX2" fmla="*/ 143113 w 401443"/>
              <a:gd name="connsiteY2" fmla="*/ 264271 h 304629"/>
              <a:gd name="connsiteX3" fmla="*/ 185853 w 401443"/>
              <a:gd name="connsiteY3" fmla="*/ 222854 h 304629"/>
              <a:gd name="connsiteX4" fmla="*/ 206757 w 401443"/>
              <a:gd name="connsiteY4" fmla="*/ 94735 h 304629"/>
              <a:gd name="connsiteX5" fmla="*/ 267162 w 401443"/>
              <a:gd name="connsiteY5" fmla="*/ 26 h 304629"/>
              <a:gd name="connsiteX6" fmla="*/ 321752 w 401443"/>
              <a:gd name="connsiteY6" fmla="*/ 87299 h 304629"/>
              <a:gd name="connsiteX7" fmla="*/ 332204 w 401443"/>
              <a:gd name="connsiteY7" fmla="*/ 278080 h 304629"/>
              <a:gd name="connsiteX8" fmla="*/ 401443 w 401443"/>
              <a:gd name="connsiteY8" fmla="*/ 304629 h 304629"/>
              <a:gd name="connsiteX0" fmla="*/ 0 w 401443"/>
              <a:gd name="connsiteY0" fmla="*/ 297195 h 304629"/>
              <a:gd name="connsiteX1" fmla="*/ 81775 w 401443"/>
              <a:gd name="connsiteY1" fmla="*/ 297195 h 304629"/>
              <a:gd name="connsiteX2" fmla="*/ 143113 w 401443"/>
              <a:gd name="connsiteY2" fmla="*/ 264271 h 304629"/>
              <a:gd name="connsiteX3" fmla="*/ 185853 w 401443"/>
              <a:gd name="connsiteY3" fmla="*/ 222854 h 304629"/>
              <a:gd name="connsiteX4" fmla="*/ 206757 w 401443"/>
              <a:gd name="connsiteY4" fmla="*/ 94735 h 304629"/>
              <a:gd name="connsiteX5" fmla="*/ 267162 w 401443"/>
              <a:gd name="connsiteY5" fmla="*/ 26 h 304629"/>
              <a:gd name="connsiteX6" fmla="*/ 321752 w 401443"/>
              <a:gd name="connsiteY6" fmla="*/ 87299 h 304629"/>
              <a:gd name="connsiteX7" fmla="*/ 349623 w 401443"/>
              <a:gd name="connsiteY7" fmla="*/ 269100 h 304629"/>
              <a:gd name="connsiteX8" fmla="*/ 401443 w 401443"/>
              <a:gd name="connsiteY8" fmla="*/ 304629 h 304629"/>
              <a:gd name="connsiteX0" fmla="*/ 0 w 404928"/>
              <a:gd name="connsiteY0" fmla="*/ 297195 h 297195"/>
              <a:gd name="connsiteX1" fmla="*/ 81775 w 404928"/>
              <a:gd name="connsiteY1" fmla="*/ 297195 h 297195"/>
              <a:gd name="connsiteX2" fmla="*/ 143113 w 404928"/>
              <a:gd name="connsiteY2" fmla="*/ 264271 h 297195"/>
              <a:gd name="connsiteX3" fmla="*/ 185853 w 404928"/>
              <a:gd name="connsiteY3" fmla="*/ 222854 h 297195"/>
              <a:gd name="connsiteX4" fmla="*/ 206757 w 404928"/>
              <a:gd name="connsiteY4" fmla="*/ 94735 h 297195"/>
              <a:gd name="connsiteX5" fmla="*/ 267162 w 404928"/>
              <a:gd name="connsiteY5" fmla="*/ 26 h 297195"/>
              <a:gd name="connsiteX6" fmla="*/ 321752 w 404928"/>
              <a:gd name="connsiteY6" fmla="*/ 87299 h 297195"/>
              <a:gd name="connsiteX7" fmla="*/ 349623 w 404928"/>
              <a:gd name="connsiteY7" fmla="*/ 269100 h 297195"/>
              <a:gd name="connsiteX8" fmla="*/ 404928 w 404928"/>
              <a:gd name="connsiteY8" fmla="*/ 295649 h 297195"/>
              <a:gd name="connsiteX0" fmla="*/ 0 w 404928"/>
              <a:gd name="connsiteY0" fmla="*/ 297195 h 297195"/>
              <a:gd name="connsiteX1" fmla="*/ 81775 w 404928"/>
              <a:gd name="connsiteY1" fmla="*/ 297195 h 297195"/>
              <a:gd name="connsiteX2" fmla="*/ 185853 w 404928"/>
              <a:gd name="connsiteY2" fmla="*/ 222854 h 297195"/>
              <a:gd name="connsiteX3" fmla="*/ 206757 w 404928"/>
              <a:gd name="connsiteY3" fmla="*/ 94735 h 297195"/>
              <a:gd name="connsiteX4" fmla="*/ 267162 w 404928"/>
              <a:gd name="connsiteY4" fmla="*/ 26 h 297195"/>
              <a:gd name="connsiteX5" fmla="*/ 321752 w 404928"/>
              <a:gd name="connsiteY5" fmla="*/ 87299 h 297195"/>
              <a:gd name="connsiteX6" fmla="*/ 349623 w 404928"/>
              <a:gd name="connsiteY6" fmla="*/ 269100 h 297195"/>
              <a:gd name="connsiteX7" fmla="*/ 404928 w 404928"/>
              <a:gd name="connsiteY7" fmla="*/ 295649 h 297195"/>
              <a:gd name="connsiteX0" fmla="*/ 0 w 404928"/>
              <a:gd name="connsiteY0" fmla="*/ 297195 h 297195"/>
              <a:gd name="connsiteX1" fmla="*/ 81775 w 404928"/>
              <a:gd name="connsiteY1" fmla="*/ 297195 h 297195"/>
              <a:gd name="connsiteX2" fmla="*/ 178885 w 404928"/>
              <a:gd name="connsiteY2" fmla="*/ 246799 h 297195"/>
              <a:gd name="connsiteX3" fmla="*/ 206757 w 404928"/>
              <a:gd name="connsiteY3" fmla="*/ 94735 h 297195"/>
              <a:gd name="connsiteX4" fmla="*/ 267162 w 404928"/>
              <a:gd name="connsiteY4" fmla="*/ 26 h 297195"/>
              <a:gd name="connsiteX5" fmla="*/ 321752 w 404928"/>
              <a:gd name="connsiteY5" fmla="*/ 87299 h 297195"/>
              <a:gd name="connsiteX6" fmla="*/ 349623 w 404928"/>
              <a:gd name="connsiteY6" fmla="*/ 269100 h 297195"/>
              <a:gd name="connsiteX7" fmla="*/ 404928 w 404928"/>
              <a:gd name="connsiteY7" fmla="*/ 295649 h 297195"/>
              <a:gd name="connsiteX0" fmla="*/ 0 w 404928"/>
              <a:gd name="connsiteY0" fmla="*/ 297195 h 297195"/>
              <a:gd name="connsiteX1" fmla="*/ 178885 w 404928"/>
              <a:gd name="connsiteY1" fmla="*/ 246799 h 297195"/>
              <a:gd name="connsiteX2" fmla="*/ 206757 w 404928"/>
              <a:gd name="connsiteY2" fmla="*/ 94735 h 297195"/>
              <a:gd name="connsiteX3" fmla="*/ 267162 w 404928"/>
              <a:gd name="connsiteY3" fmla="*/ 26 h 297195"/>
              <a:gd name="connsiteX4" fmla="*/ 321752 w 404928"/>
              <a:gd name="connsiteY4" fmla="*/ 87299 h 297195"/>
              <a:gd name="connsiteX5" fmla="*/ 349623 w 404928"/>
              <a:gd name="connsiteY5" fmla="*/ 269100 h 297195"/>
              <a:gd name="connsiteX6" fmla="*/ 404928 w 404928"/>
              <a:gd name="connsiteY6" fmla="*/ 295649 h 297195"/>
              <a:gd name="connsiteX0" fmla="*/ 0 w 404928"/>
              <a:gd name="connsiteY0" fmla="*/ 297195 h 297195"/>
              <a:gd name="connsiteX1" fmla="*/ 151015 w 404928"/>
              <a:gd name="connsiteY1" fmla="*/ 276731 h 297195"/>
              <a:gd name="connsiteX2" fmla="*/ 206757 w 404928"/>
              <a:gd name="connsiteY2" fmla="*/ 94735 h 297195"/>
              <a:gd name="connsiteX3" fmla="*/ 267162 w 404928"/>
              <a:gd name="connsiteY3" fmla="*/ 26 h 297195"/>
              <a:gd name="connsiteX4" fmla="*/ 321752 w 404928"/>
              <a:gd name="connsiteY4" fmla="*/ 87299 h 297195"/>
              <a:gd name="connsiteX5" fmla="*/ 349623 w 404928"/>
              <a:gd name="connsiteY5" fmla="*/ 269100 h 297195"/>
              <a:gd name="connsiteX6" fmla="*/ 404928 w 404928"/>
              <a:gd name="connsiteY6" fmla="*/ 295649 h 297195"/>
              <a:gd name="connsiteX0" fmla="*/ 0 w 404928"/>
              <a:gd name="connsiteY0" fmla="*/ 297195 h 309483"/>
              <a:gd name="connsiteX1" fmla="*/ 151015 w 404928"/>
              <a:gd name="connsiteY1" fmla="*/ 276731 h 309483"/>
              <a:gd name="connsiteX2" fmla="*/ 206757 w 404928"/>
              <a:gd name="connsiteY2" fmla="*/ 94735 h 309483"/>
              <a:gd name="connsiteX3" fmla="*/ 267162 w 404928"/>
              <a:gd name="connsiteY3" fmla="*/ 26 h 309483"/>
              <a:gd name="connsiteX4" fmla="*/ 321752 w 404928"/>
              <a:gd name="connsiteY4" fmla="*/ 87299 h 309483"/>
              <a:gd name="connsiteX5" fmla="*/ 349623 w 404928"/>
              <a:gd name="connsiteY5" fmla="*/ 269100 h 309483"/>
              <a:gd name="connsiteX6" fmla="*/ 404928 w 404928"/>
              <a:gd name="connsiteY6" fmla="*/ 295649 h 309483"/>
              <a:gd name="connsiteX0" fmla="*/ 0 w 404928"/>
              <a:gd name="connsiteY0" fmla="*/ 297195 h 298208"/>
              <a:gd name="connsiteX1" fmla="*/ 151015 w 404928"/>
              <a:gd name="connsiteY1" fmla="*/ 276731 h 298208"/>
              <a:gd name="connsiteX2" fmla="*/ 206757 w 404928"/>
              <a:gd name="connsiteY2" fmla="*/ 94735 h 298208"/>
              <a:gd name="connsiteX3" fmla="*/ 267162 w 404928"/>
              <a:gd name="connsiteY3" fmla="*/ 26 h 298208"/>
              <a:gd name="connsiteX4" fmla="*/ 321752 w 404928"/>
              <a:gd name="connsiteY4" fmla="*/ 87299 h 298208"/>
              <a:gd name="connsiteX5" fmla="*/ 349623 w 404928"/>
              <a:gd name="connsiteY5" fmla="*/ 269100 h 298208"/>
              <a:gd name="connsiteX6" fmla="*/ 404928 w 404928"/>
              <a:gd name="connsiteY6" fmla="*/ 295649 h 298208"/>
              <a:gd name="connsiteX0" fmla="*/ 0 w 404928"/>
              <a:gd name="connsiteY0" fmla="*/ 297249 h 297249"/>
              <a:gd name="connsiteX1" fmla="*/ 151015 w 404928"/>
              <a:gd name="connsiteY1" fmla="*/ 276785 h 297249"/>
              <a:gd name="connsiteX2" fmla="*/ 217208 w 404928"/>
              <a:gd name="connsiteY2" fmla="*/ 100776 h 297249"/>
              <a:gd name="connsiteX3" fmla="*/ 267162 w 404928"/>
              <a:gd name="connsiteY3" fmla="*/ 80 h 297249"/>
              <a:gd name="connsiteX4" fmla="*/ 321752 w 404928"/>
              <a:gd name="connsiteY4" fmla="*/ 87353 h 297249"/>
              <a:gd name="connsiteX5" fmla="*/ 349623 w 404928"/>
              <a:gd name="connsiteY5" fmla="*/ 269154 h 297249"/>
              <a:gd name="connsiteX6" fmla="*/ 404928 w 404928"/>
              <a:gd name="connsiteY6" fmla="*/ 295703 h 297249"/>
              <a:gd name="connsiteX0" fmla="*/ 0 w 432799"/>
              <a:gd name="connsiteY0" fmla="*/ 297249 h 297249"/>
              <a:gd name="connsiteX1" fmla="*/ 151015 w 432799"/>
              <a:gd name="connsiteY1" fmla="*/ 276785 h 297249"/>
              <a:gd name="connsiteX2" fmla="*/ 217208 w 432799"/>
              <a:gd name="connsiteY2" fmla="*/ 100776 h 297249"/>
              <a:gd name="connsiteX3" fmla="*/ 267162 w 432799"/>
              <a:gd name="connsiteY3" fmla="*/ 80 h 297249"/>
              <a:gd name="connsiteX4" fmla="*/ 321752 w 432799"/>
              <a:gd name="connsiteY4" fmla="*/ 87353 h 297249"/>
              <a:gd name="connsiteX5" fmla="*/ 349623 w 432799"/>
              <a:gd name="connsiteY5" fmla="*/ 269154 h 297249"/>
              <a:gd name="connsiteX6" fmla="*/ 432799 w 432799"/>
              <a:gd name="connsiteY6" fmla="*/ 292710 h 297249"/>
              <a:gd name="connsiteX0" fmla="*/ 0 w 436282"/>
              <a:gd name="connsiteY0" fmla="*/ 297249 h 297249"/>
              <a:gd name="connsiteX1" fmla="*/ 151015 w 436282"/>
              <a:gd name="connsiteY1" fmla="*/ 276785 h 297249"/>
              <a:gd name="connsiteX2" fmla="*/ 217208 w 436282"/>
              <a:gd name="connsiteY2" fmla="*/ 100776 h 297249"/>
              <a:gd name="connsiteX3" fmla="*/ 267162 w 436282"/>
              <a:gd name="connsiteY3" fmla="*/ 80 h 297249"/>
              <a:gd name="connsiteX4" fmla="*/ 321752 w 436282"/>
              <a:gd name="connsiteY4" fmla="*/ 87353 h 297249"/>
              <a:gd name="connsiteX5" fmla="*/ 349623 w 436282"/>
              <a:gd name="connsiteY5" fmla="*/ 269154 h 297249"/>
              <a:gd name="connsiteX6" fmla="*/ 436282 w 436282"/>
              <a:gd name="connsiteY6" fmla="*/ 283732 h 297249"/>
              <a:gd name="connsiteX0" fmla="*/ 0 w 436282"/>
              <a:gd name="connsiteY0" fmla="*/ 297249 h 297249"/>
              <a:gd name="connsiteX1" fmla="*/ 151015 w 436282"/>
              <a:gd name="connsiteY1" fmla="*/ 276785 h 297249"/>
              <a:gd name="connsiteX2" fmla="*/ 217208 w 436282"/>
              <a:gd name="connsiteY2" fmla="*/ 100776 h 297249"/>
              <a:gd name="connsiteX3" fmla="*/ 267162 w 436282"/>
              <a:gd name="connsiteY3" fmla="*/ 80 h 297249"/>
              <a:gd name="connsiteX4" fmla="*/ 321752 w 436282"/>
              <a:gd name="connsiteY4" fmla="*/ 87353 h 297249"/>
              <a:gd name="connsiteX5" fmla="*/ 349623 w 436282"/>
              <a:gd name="connsiteY5" fmla="*/ 269154 h 297249"/>
              <a:gd name="connsiteX6" fmla="*/ 436282 w 436282"/>
              <a:gd name="connsiteY6" fmla="*/ 283732 h 297249"/>
              <a:gd name="connsiteX0" fmla="*/ 0 w 436282"/>
              <a:gd name="connsiteY0" fmla="*/ 297249 h 297249"/>
              <a:gd name="connsiteX1" fmla="*/ 151015 w 436282"/>
              <a:gd name="connsiteY1" fmla="*/ 276785 h 297249"/>
              <a:gd name="connsiteX2" fmla="*/ 217208 w 436282"/>
              <a:gd name="connsiteY2" fmla="*/ 100776 h 297249"/>
              <a:gd name="connsiteX3" fmla="*/ 267162 w 436282"/>
              <a:gd name="connsiteY3" fmla="*/ 80 h 297249"/>
              <a:gd name="connsiteX4" fmla="*/ 321752 w 436282"/>
              <a:gd name="connsiteY4" fmla="*/ 87353 h 297249"/>
              <a:gd name="connsiteX5" fmla="*/ 349623 w 436282"/>
              <a:gd name="connsiteY5" fmla="*/ 269154 h 297249"/>
              <a:gd name="connsiteX6" fmla="*/ 436282 w 436282"/>
              <a:gd name="connsiteY6" fmla="*/ 286726 h 297249"/>
              <a:gd name="connsiteX0" fmla="*/ 0 w 436282"/>
              <a:gd name="connsiteY0" fmla="*/ 297170 h 297170"/>
              <a:gd name="connsiteX1" fmla="*/ 151015 w 436282"/>
              <a:gd name="connsiteY1" fmla="*/ 276706 h 297170"/>
              <a:gd name="connsiteX2" fmla="*/ 217208 w 436282"/>
              <a:gd name="connsiteY2" fmla="*/ 100697 h 297170"/>
              <a:gd name="connsiteX3" fmla="*/ 267162 w 436282"/>
              <a:gd name="connsiteY3" fmla="*/ 1 h 297170"/>
              <a:gd name="connsiteX4" fmla="*/ 314785 w 436282"/>
              <a:gd name="connsiteY4" fmla="*/ 102240 h 297170"/>
              <a:gd name="connsiteX5" fmla="*/ 349623 w 436282"/>
              <a:gd name="connsiteY5" fmla="*/ 269075 h 297170"/>
              <a:gd name="connsiteX6" fmla="*/ 436282 w 436282"/>
              <a:gd name="connsiteY6" fmla="*/ 286647 h 297170"/>
              <a:gd name="connsiteX0" fmla="*/ 0 w 436282"/>
              <a:gd name="connsiteY0" fmla="*/ 297250 h 297489"/>
              <a:gd name="connsiteX1" fmla="*/ 151015 w 436282"/>
              <a:gd name="connsiteY1" fmla="*/ 276786 h 297489"/>
              <a:gd name="connsiteX2" fmla="*/ 203272 w 436282"/>
              <a:gd name="connsiteY2" fmla="*/ 88804 h 297489"/>
              <a:gd name="connsiteX3" fmla="*/ 267162 w 436282"/>
              <a:gd name="connsiteY3" fmla="*/ 81 h 297489"/>
              <a:gd name="connsiteX4" fmla="*/ 314785 w 436282"/>
              <a:gd name="connsiteY4" fmla="*/ 102320 h 297489"/>
              <a:gd name="connsiteX5" fmla="*/ 349623 w 436282"/>
              <a:gd name="connsiteY5" fmla="*/ 269155 h 297489"/>
              <a:gd name="connsiteX6" fmla="*/ 436282 w 436282"/>
              <a:gd name="connsiteY6" fmla="*/ 286727 h 297489"/>
              <a:gd name="connsiteX0" fmla="*/ 0 w 436282"/>
              <a:gd name="connsiteY0" fmla="*/ 297220 h 297459"/>
              <a:gd name="connsiteX1" fmla="*/ 151015 w 436282"/>
              <a:gd name="connsiteY1" fmla="*/ 276756 h 297459"/>
              <a:gd name="connsiteX2" fmla="*/ 203272 w 436282"/>
              <a:gd name="connsiteY2" fmla="*/ 88774 h 297459"/>
              <a:gd name="connsiteX3" fmla="*/ 267162 w 436282"/>
              <a:gd name="connsiteY3" fmla="*/ 51 h 297459"/>
              <a:gd name="connsiteX4" fmla="*/ 328721 w 436282"/>
              <a:gd name="connsiteY4" fmla="*/ 99298 h 297459"/>
              <a:gd name="connsiteX5" fmla="*/ 349623 w 436282"/>
              <a:gd name="connsiteY5" fmla="*/ 269125 h 297459"/>
              <a:gd name="connsiteX6" fmla="*/ 436282 w 436282"/>
              <a:gd name="connsiteY6" fmla="*/ 286697 h 297459"/>
              <a:gd name="connsiteX0" fmla="*/ 0 w 436282"/>
              <a:gd name="connsiteY0" fmla="*/ 317615 h 317854"/>
              <a:gd name="connsiteX1" fmla="*/ 151015 w 436282"/>
              <a:gd name="connsiteY1" fmla="*/ 297151 h 317854"/>
              <a:gd name="connsiteX2" fmla="*/ 203272 w 436282"/>
              <a:gd name="connsiteY2" fmla="*/ 109169 h 317854"/>
              <a:gd name="connsiteX3" fmla="*/ 267162 w 436282"/>
              <a:gd name="connsiteY3" fmla="*/ 20446 h 317854"/>
              <a:gd name="connsiteX4" fmla="*/ 328721 w 436282"/>
              <a:gd name="connsiteY4" fmla="*/ 119693 h 317854"/>
              <a:gd name="connsiteX5" fmla="*/ 349623 w 436282"/>
              <a:gd name="connsiteY5" fmla="*/ 289520 h 317854"/>
              <a:gd name="connsiteX6" fmla="*/ 436282 w 436282"/>
              <a:gd name="connsiteY6" fmla="*/ 307092 h 317854"/>
              <a:gd name="connsiteX0" fmla="*/ 0 w 436282"/>
              <a:gd name="connsiteY0" fmla="*/ 297220 h 297459"/>
              <a:gd name="connsiteX1" fmla="*/ 151015 w 436282"/>
              <a:gd name="connsiteY1" fmla="*/ 276756 h 297459"/>
              <a:gd name="connsiteX2" fmla="*/ 203272 w 436282"/>
              <a:gd name="connsiteY2" fmla="*/ 88774 h 297459"/>
              <a:gd name="connsiteX3" fmla="*/ 267162 w 436282"/>
              <a:gd name="connsiteY3" fmla="*/ 51 h 297459"/>
              <a:gd name="connsiteX4" fmla="*/ 328721 w 436282"/>
              <a:gd name="connsiteY4" fmla="*/ 99298 h 297459"/>
              <a:gd name="connsiteX5" fmla="*/ 349623 w 436282"/>
              <a:gd name="connsiteY5" fmla="*/ 269125 h 297459"/>
              <a:gd name="connsiteX6" fmla="*/ 436282 w 436282"/>
              <a:gd name="connsiteY6" fmla="*/ 286697 h 297459"/>
              <a:gd name="connsiteX0" fmla="*/ 0 w 436282"/>
              <a:gd name="connsiteY0" fmla="*/ 297217 h 297218"/>
              <a:gd name="connsiteX1" fmla="*/ 147530 w 436282"/>
              <a:gd name="connsiteY1" fmla="*/ 267774 h 297218"/>
              <a:gd name="connsiteX2" fmla="*/ 203272 w 436282"/>
              <a:gd name="connsiteY2" fmla="*/ 88771 h 297218"/>
              <a:gd name="connsiteX3" fmla="*/ 267162 w 436282"/>
              <a:gd name="connsiteY3" fmla="*/ 48 h 297218"/>
              <a:gd name="connsiteX4" fmla="*/ 328721 w 436282"/>
              <a:gd name="connsiteY4" fmla="*/ 99295 h 297218"/>
              <a:gd name="connsiteX5" fmla="*/ 349623 w 436282"/>
              <a:gd name="connsiteY5" fmla="*/ 269122 h 297218"/>
              <a:gd name="connsiteX6" fmla="*/ 436282 w 436282"/>
              <a:gd name="connsiteY6" fmla="*/ 286694 h 297218"/>
              <a:gd name="connsiteX0" fmla="*/ 0 w 436282"/>
              <a:gd name="connsiteY0" fmla="*/ 291236 h 291236"/>
              <a:gd name="connsiteX1" fmla="*/ 147530 w 436282"/>
              <a:gd name="connsiteY1" fmla="*/ 261793 h 291236"/>
              <a:gd name="connsiteX2" fmla="*/ 203272 w 436282"/>
              <a:gd name="connsiteY2" fmla="*/ 82790 h 291236"/>
              <a:gd name="connsiteX3" fmla="*/ 277613 w 436282"/>
              <a:gd name="connsiteY3" fmla="*/ 54 h 291236"/>
              <a:gd name="connsiteX4" fmla="*/ 328721 w 436282"/>
              <a:gd name="connsiteY4" fmla="*/ 93314 h 291236"/>
              <a:gd name="connsiteX5" fmla="*/ 349623 w 436282"/>
              <a:gd name="connsiteY5" fmla="*/ 263141 h 291236"/>
              <a:gd name="connsiteX6" fmla="*/ 436282 w 436282"/>
              <a:gd name="connsiteY6" fmla="*/ 280713 h 291236"/>
              <a:gd name="connsiteX0" fmla="*/ 0 w 436282"/>
              <a:gd name="connsiteY0" fmla="*/ 300208 h 300208"/>
              <a:gd name="connsiteX1" fmla="*/ 147530 w 436282"/>
              <a:gd name="connsiteY1" fmla="*/ 270765 h 300208"/>
              <a:gd name="connsiteX2" fmla="*/ 203272 w 436282"/>
              <a:gd name="connsiteY2" fmla="*/ 91762 h 300208"/>
              <a:gd name="connsiteX3" fmla="*/ 270644 w 436282"/>
              <a:gd name="connsiteY3" fmla="*/ 46 h 300208"/>
              <a:gd name="connsiteX4" fmla="*/ 328721 w 436282"/>
              <a:gd name="connsiteY4" fmla="*/ 102286 h 300208"/>
              <a:gd name="connsiteX5" fmla="*/ 349623 w 436282"/>
              <a:gd name="connsiteY5" fmla="*/ 272113 h 300208"/>
              <a:gd name="connsiteX6" fmla="*/ 436282 w 436282"/>
              <a:gd name="connsiteY6" fmla="*/ 289685 h 300208"/>
              <a:gd name="connsiteX0" fmla="*/ 0 w 436282"/>
              <a:gd name="connsiteY0" fmla="*/ 300208 h 300208"/>
              <a:gd name="connsiteX1" fmla="*/ 147530 w 436282"/>
              <a:gd name="connsiteY1" fmla="*/ 270765 h 300208"/>
              <a:gd name="connsiteX2" fmla="*/ 203272 w 436282"/>
              <a:gd name="connsiteY2" fmla="*/ 91762 h 300208"/>
              <a:gd name="connsiteX3" fmla="*/ 270644 w 436282"/>
              <a:gd name="connsiteY3" fmla="*/ 46 h 300208"/>
              <a:gd name="connsiteX4" fmla="*/ 328721 w 436282"/>
              <a:gd name="connsiteY4" fmla="*/ 102286 h 300208"/>
              <a:gd name="connsiteX5" fmla="*/ 349623 w 436282"/>
              <a:gd name="connsiteY5" fmla="*/ 272113 h 300208"/>
              <a:gd name="connsiteX6" fmla="*/ 436282 w 436282"/>
              <a:gd name="connsiteY6" fmla="*/ 289685 h 300208"/>
              <a:gd name="connsiteX0" fmla="*/ 0 w 436282"/>
              <a:gd name="connsiteY0" fmla="*/ 305729 h 307218"/>
              <a:gd name="connsiteX1" fmla="*/ 147530 w 436282"/>
              <a:gd name="connsiteY1" fmla="*/ 276286 h 307218"/>
              <a:gd name="connsiteX2" fmla="*/ 270644 w 436282"/>
              <a:gd name="connsiteY2" fmla="*/ 5567 h 307218"/>
              <a:gd name="connsiteX3" fmla="*/ 328721 w 436282"/>
              <a:gd name="connsiteY3" fmla="*/ 107807 h 307218"/>
              <a:gd name="connsiteX4" fmla="*/ 349623 w 436282"/>
              <a:gd name="connsiteY4" fmla="*/ 277634 h 307218"/>
              <a:gd name="connsiteX5" fmla="*/ 436282 w 436282"/>
              <a:gd name="connsiteY5" fmla="*/ 295206 h 307218"/>
              <a:gd name="connsiteX0" fmla="*/ 0 w 436282"/>
              <a:gd name="connsiteY0" fmla="*/ 306192 h 312638"/>
              <a:gd name="connsiteX1" fmla="*/ 161465 w 436282"/>
              <a:gd name="connsiteY1" fmla="*/ 285728 h 312638"/>
              <a:gd name="connsiteX2" fmla="*/ 270644 w 436282"/>
              <a:gd name="connsiteY2" fmla="*/ 6030 h 312638"/>
              <a:gd name="connsiteX3" fmla="*/ 328721 w 436282"/>
              <a:gd name="connsiteY3" fmla="*/ 108270 h 312638"/>
              <a:gd name="connsiteX4" fmla="*/ 349623 w 436282"/>
              <a:gd name="connsiteY4" fmla="*/ 278097 h 312638"/>
              <a:gd name="connsiteX5" fmla="*/ 436282 w 436282"/>
              <a:gd name="connsiteY5" fmla="*/ 295669 h 312638"/>
              <a:gd name="connsiteX0" fmla="*/ 0 w 436282"/>
              <a:gd name="connsiteY0" fmla="*/ 305579 h 305715"/>
              <a:gd name="connsiteX1" fmla="*/ 157980 w 436282"/>
              <a:gd name="connsiteY1" fmla="*/ 273143 h 305715"/>
              <a:gd name="connsiteX2" fmla="*/ 270644 w 436282"/>
              <a:gd name="connsiteY2" fmla="*/ 5417 h 305715"/>
              <a:gd name="connsiteX3" fmla="*/ 328721 w 436282"/>
              <a:gd name="connsiteY3" fmla="*/ 107657 h 305715"/>
              <a:gd name="connsiteX4" fmla="*/ 349623 w 436282"/>
              <a:gd name="connsiteY4" fmla="*/ 277484 h 305715"/>
              <a:gd name="connsiteX5" fmla="*/ 436282 w 436282"/>
              <a:gd name="connsiteY5" fmla="*/ 295056 h 305715"/>
              <a:gd name="connsiteX0" fmla="*/ 0 w 436282"/>
              <a:gd name="connsiteY0" fmla="*/ 305578 h 305714"/>
              <a:gd name="connsiteX1" fmla="*/ 147528 w 436282"/>
              <a:gd name="connsiteY1" fmla="*/ 273141 h 305714"/>
              <a:gd name="connsiteX2" fmla="*/ 270644 w 436282"/>
              <a:gd name="connsiteY2" fmla="*/ 5416 h 305714"/>
              <a:gd name="connsiteX3" fmla="*/ 328721 w 436282"/>
              <a:gd name="connsiteY3" fmla="*/ 107656 h 305714"/>
              <a:gd name="connsiteX4" fmla="*/ 349623 w 436282"/>
              <a:gd name="connsiteY4" fmla="*/ 277483 h 305714"/>
              <a:gd name="connsiteX5" fmla="*/ 436282 w 436282"/>
              <a:gd name="connsiteY5" fmla="*/ 295055 h 305714"/>
              <a:gd name="connsiteX0" fmla="*/ 0 w 436282"/>
              <a:gd name="connsiteY0" fmla="*/ 300164 h 300300"/>
              <a:gd name="connsiteX1" fmla="*/ 147528 w 436282"/>
              <a:gd name="connsiteY1" fmla="*/ 267727 h 300300"/>
              <a:gd name="connsiteX2" fmla="*/ 270644 w 436282"/>
              <a:gd name="connsiteY2" fmla="*/ 2 h 300300"/>
              <a:gd name="connsiteX3" fmla="*/ 349623 w 436282"/>
              <a:gd name="connsiteY3" fmla="*/ 272069 h 300300"/>
              <a:gd name="connsiteX4" fmla="*/ 436282 w 436282"/>
              <a:gd name="connsiteY4" fmla="*/ 289641 h 3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82" h="300300">
                <a:moveTo>
                  <a:pt x="0" y="300164"/>
                </a:moveTo>
                <a:cubicBezTo>
                  <a:pt x="50338" y="293343"/>
                  <a:pt x="102421" y="317754"/>
                  <a:pt x="147528" y="267727"/>
                </a:cubicBezTo>
                <a:cubicBezTo>
                  <a:pt x="192635" y="217700"/>
                  <a:pt x="236962" y="-722"/>
                  <a:pt x="270644" y="2"/>
                </a:cubicBezTo>
                <a:cubicBezTo>
                  <a:pt x="304326" y="726"/>
                  <a:pt x="322017" y="223796"/>
                  <a:pt x="349623" y="272069"/>
                </a:cubicBezTo>
                <a:cubicBezTo>
                  <a:pt x="366969" y="301805"/>
                  <a:pt x="378981" y="289738"/>
                  <a:pt x="436282" y="289641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7456693-3DD2-AD10-A4FA-C66F68EB94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1815" y="611441"/>
            <a:ext cx="339533" cy="65659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FD6FB-B93B-754A-5156-27E31928CB63}"/>
              </a:ext>
            </a:extLst>
          </p:cNvPr>
          <p:cNvCxnSpPr>
            <a:cxnSpLocks/>
          </p:cNvCxnSpPr>
          <p:nvPr/>
        </p:nvCxnSpPr>
        <p:spPr>
          <a:xfrm>
            <a:off x="1879322" y="850940"/>
            <a:ext cx="744839" cy="5441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ACBFAB-F300-93A5-E6EC-611B12C243A8}"/>
              </a:ext>
            </a:extLst>
          </p:cNvPr>
          <p:cNvCxnSpPr>
            <a:cxnSpLocks/>
            <a:stCxn id="36" idx="2"/>
          </p:cNvCxnSpPr>
          <p:nvPr/>
        </p:nvCxnSpPr>
        <p:spPr>
          <a:xfrm flipV="1">
            <a:off x="1632405" y="1151676"/>
            <a:ext cx="770194" cy="150454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background with a black square">
            <a:extLst>
              <a:ext uri="{FF2B5EF4-FFF2-40B4-BE49-F238E27FC236}">
                <a16:creationId xmlns:a16="http://schemas.microsoft.com/office/drawing/2014/main" id="{EB41B326-1B25-9E0D-EB92-0931CFE310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29" t="70694" r="22489" b="9758"/>
          <a:stretch/>
        </p:blipFill>
        <p:spPr>
          <a:xfrm>
            <a:off x="1392268" y="836534"/>
            <a:ext cx="480275" cy="465597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C61693B5-67B6-D882-3E50-867D87799773}"/>
              </a:ext>
            </a:extLst>
          </p:cNvPr>
          <p:cNvSpPr txBox="1"/>
          <p:nvPr/>
        </p:nvSpPr>
        <p:spPr>
          <a:xfrm>
            <a:off x="1277643" y="1005372"/>
            <a:ext cx="36959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①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4C92AE9A-4BEF-C2EB-B7EE-2C9659976D3A}"/>
              </a:ext>
            </a:extLst>
          </p:cNvPr>
          <p:cNvSpPr txBox="1"/>
          <p:nvPr/>
        </p:nvSpPr>
        <p:spPr>
          <a:xfrm>
            <a:off x="1211464" y="866492"/>
            <a:ext cx="492093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②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BD0A88DB-2FD6-4EC6-AE7A-D6B182ED6461}"/>
              </a:ext>
            </a:extLst>
          </p:cNvPr>
          <p:cNvSpPr txBox="1"/>
          <p:nvPr/>
        </p:nvSpPr>
        <p:spPr>
          <a:xfrm>
            <a:off x="1407360" y="1160686"/>
            <a:ext cx="243271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③</a:t>
            </a:r>
            <a:endParaRPr lang="en-US" sz="400" dirty="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72C3430D-FB33-69D6-B43D-507E83BDD5D6}"/>
              </a:ext>
            </a:extLst>
          </p:cNvPr>
          <p:cNvSpPr txBox="1"/>
          <p:nvPr/>
        </p:nvSpPr>
        <p:spPr>
          <a:xfrm>
            <a:off x="1434244" y="858224"/>
            <a:ext cx="203581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⑤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A094F62D-BFAB-276A-B37F-8F982CFBF66F}"/>
              </a:ext>
            </a:extLst>
          </p:cNvPr>
          <p:cNvSpPr txBox="1"/>
          <p:nvPr/>
        </p:nvSpPr>
        <p:spPr>
          <a:xfrm>
            <a:off x="1488885" y="1163219"/>
            <a:ext cx="20954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④</a:t>
            </a:r>
            <a:endParaRPr lang="en-US" sz="400" dirty="0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7B0F580-716B-10DC-AFC9-58B589C10709}"/>
              </a:ext>
            </a:extLst>
          </p:cNvPr>
          <p:cNvSpPr txBox="1"/>
          <p:nvPr/>
        </p:nvSpPr>
        <p:spPr>
          <a:xfrm>
            <a:off x="1536034" y="959269"/>
            <a:ext cx="262773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⑦</a:t>
            </a:r>
            <a:endParaRPr lang="en-US" sz="400" dirty="0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DAA5CF0-F96D-068C-A735-38FD3618C9EC}"/>
              </a:ext>
            </a:extLst>
          </p:cNvPr>
          <p:cNvSpPr txBox="1"/>
          <p:nvPr/>
        </p:nvSpPr>
        <p:spPr>
          <a:xfrm flipH="1">
            <a:off x="1562608" y="818270"/>
            <a:ext cx="19471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⑥</a:t>
            </a:r>
            <a:endParaRPr lang="en-US" sz="400" dirty="0"/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B98D200D-4B53-D438-FD25-4544429B5249}"/>
              </a:ext>
            </a:extLst>
          </p:cNvPr>
          <p:cNvSpPr txBox="1"/>
          <p:nvPr/>
        </p:nvSpPr>
        <p:spPr>
          <a:xfrm>
            <a:off x="1507983" y="1020829"/>
            <a:ext cx="25635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⑧</a:t>
            </a:r>
            <a:endParaRPr lang="en-US" sz="400" dirty="0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84F671E5-E1A2-BEFD-BADC-3BD46AFB4BF5}"/>
              </a:ext>
            </a:extLst>
          </p:cNvPr>
          <p:cNvSpPr txBox="1"/>
          <p:nvPr/>
        </p:nvSpPr>
        <p:spPr>
          <a:xfrm>
            <a:off x="1506740" y="877629"/>
            <a:ext cx="194712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⑨</a:t>
            </a:r>
            <a:endParaRPr lang="en-US" sz="400" dirty="0"/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29B6CC93-6AA1-7BA9-48DA-0FDE2791CAC8}"/>
              </a:ext>
            </a:extLst>
          </p:cNvPr>
          <p:cNvGrpSpPr/>
          <p:nvPr/>
        </p:nvGrpSpPr>
        <p:grpSpPr>
          <a:xfrm>
            <a:off x="3175443" y="141236"/>
            <a:ext cx="2678944" cy="726538"/>
            <a:chOff x="3006835" y="1068"/>
            <a:chExt cx="2678944" cy="72653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EE66C60-0675-FBC2-2083-2AD9516E302A}"/>
                </a:ext>
              </a:extLst>
            </p:cNvPr>
            <p:cNvSpPr txBox="1"/>
            <p:nvPr/>
          </p:nvSpPr>
          <p:spPr>
            <a:xfrm>
              <a:off x="3006835" y="1068"/>
              <a:ext cx="20168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u="sng" dirty="0">
                  <a:latin typeface="Arial" panose="020B0604020202020204" pitchFamily="34" charset="0"/>
                  <a:cs typeface="Arial" panose="020B0604020202020204" pitchFamily="34" charset="0"/>
                </a:rPr>
                <a:t>BPR: </a:t>
              </a:r>
              <a:r>
                <a:rPr lang="en-US" sz="800" u="sng" dirty="0">
                  <a:latin typeface="Arial" panose="020B0604020202020204" pitchFamily="34" charset="0"/>
                  <a:cs typeface="Arial" panose="020B0604020202020204" pitchFamily="34" charset="0"/>
                </a:rPr>
                <a:t>fraction of Best Possible Reach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2E81715-A026-4AAA-E44F-07C23BB7D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1" r="88429" b="-22092"/>
            <a:stretch/>
          </p:blipFill>
          <p:spPr>
            <a:xfrm>
              <a:off x="3192381" y="330747"/>
              <a:ext cx="250907" cy="148867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99ADDF-42D2-2EFF-A1B1-EC1C8D228850}"/>
                </a:ext>
              </a:extLst>
            </p:cNvPr>
            <p:cNvSpPr txBox="1"/>
            <p:nvPr/>
          </p:nvSpPr>
          <p:spPr>
            <a:xfrm>
              <a:off x="3090202" y="542940"/>
              <a:ext cx="259557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Between 0.0 and 1.0, higher is better.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D3856569-D588-E45D-5319-AB963F97FF22}"/>
                </a:ext>
              </a:extLst>
            </p:cNvPr>
            <p:cNvSpPr txBox="1"/>
            <p:nvPr/>
          </p:nvSpPr>
          <p:spPr>
            <a:xfrm>
              <a:off x="3384637" y="187443"/>
              <a:ext cx="259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CDAF7BE8-6386-173A-1DB2-A2B2B24D5003}"/>
                </a:ext>
              </a:extLst>
            </p:cNvPr>
            <p:cNvGrpSpPr/>
            <p:nvPr/>
          </p:nvGrpSpPr>
          <p:grpSpPr>
            <a:xfrm>
              <a:off x="3571227" y="230063"/>
              <a:ext cx="1447832" cy="323165"/>
              <a:chOff x="3599802" y="230063"/>
              <a:chExt cx="1447832" cy="323165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FEFFA58-504C-7BE2-033C-695E94BEAC33}"/>
                  </a:ext>
                </a:extLst>
              </p:cNvPr>
              <p:cNvSpPr txBox="1"/>
              <p:nvPr/>
            </p:nvSpPr>
            <p:spPr>
              <a:xfrm>
                <a:off x="3599802" y="230063"/>
                <a:ext cx="144783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latin typeface="Arial" panose="020B0604020202020204" pitchFamily="34" charset="0"/>
                    <a:cs typeface="Arial" panose="020B0604020202020204" pitchFamily="34" charset="0"/>
                  </a:rPr>
                  <a:t># actual events in K recommended sites</a:t>
                </a:r>
              </a:p>
              <a:p>
                <a:endParaRPr lang="en-US" sz="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500" dirty="0">
                    <a:latin typeface="Arial" panose="020B0604020202020204" pitchFamily="34" charset="0"/>
                    <a:cs typeface="Arial" panose="020B0604020202020204" pitchFamily="34" charset="0"/>
                  </a:rPr>
                  <a:t># actual events in perfect oracle’s top-K sites</a:t>
                </a:r>
              </a:p>
            </p:txBody>
          </p: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369CAAE6-56E3-8934-D113-3EACA0DB752D}"/>
                  </a:ext>
                </a:extLst>
              </p:cNvPr>
              <p:cNvCxnSpPr/>
              <p:nvPr/>
            </p:nvCxnSpPr>
            <p:spPr>
              <a:xfrm flipH="1">
                <a:off x="3686175" y="389094"/>
                <a:ext cx="118149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DDD2DABB-8C24-30A3-1E41-F84A487A9221}"/>
              </a:ext>
            </a:extLst>
          </p:cNvPr>
          <p:cNvGrpSpPr/>
          <p:nvPr/>
        </p:nvGrpSpPr>
        <p:grpSpPr>
          <a:xfrm>
            <a:off x="5254160" y="-38101"/>
            <a:ext cx="1495889" cy="1479682"/>
            <a:chOff x="5609760" y="-38101"/>
            <a:chExt cx="1495889" cy="1479682"/>
          </a:xfrm>
        </p:grpSpPr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A3747E8F-E0A0-D59B-91E9-B8BFAF45F797}"/>
                </a:ext>
              </a:extLst>
            </p:cNvPr>
            <p:cNvCxnSpPr/>
            <p:nvPr/>
          </p:nvCxnSpPr>
          <p:spPr>
            <a:xfrm flipV="1">
              <a:off x="5911850" y="238619"/>
              <a:ext cx="0" cy="936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8" name="Straight Arrow Connector 1067">
              <a:extLst>
                <a:ext uri="{FF2B5EF4-FFF2-40B4-BE49-F238E27FC236}">
                  <a16:creationId xmlns:a16="http://schemas.microsoft.com/office/drawing/2014/main" id="{1DBC4D3A-1182-AF81-D5AB-A630AACD3566}"/>
                </a:ext>
              </a:extLst>
            </p:cNvPr>
            <p:cNvCxnSpPr>
              <a:cxnSpLocks/>
            </p:cNvCxnSpPr>
            <p:nvPr/>
          </p:nvCxnSpPr>
          <p:spPr>
            <a:xfrm>
              <a:off x="5911850" y="1174763"/>
              <a:ext cx="11937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13CF97CE-6914-CCD8-684E-F24A8BE710BB}"/>
                </a:ext>
              </a:extLst>
            </p:cNvPr>
            <p:cNvSpPr txBox="1"/>
            <p:nvPr/>
          </p:nvSpPr>
          <p:spPr>
            <a:xfrm>
              <a:off x="6320342" y="1164582"/>
              <a:ext cx="7395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BPR</a:t>
              </a:r>
              <a:endParaRPr lang="en-US" sz="1200" dirty="0"/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9BAAD927-164A-B174-A512-D2EC30A09C01}"/>
                </a:ext>
              </a:extLst>
            </p:cNvPr>
            <p:cNvSpPr txBox="1"/>
            <p:nvPr/>
          </p:nvSpPr>
          <p:spPr>
            <a:xfrm rot="16200000">
              <a:off x="5094226" y="477433"/>
              <a:ext cx="130806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Likelihood</a:t>
              </a:r>
              <a:endParaRPr lang="en-US" sz="1200" dirty="0"/>
            </a:p>
          </p:txBody>
        </p:sp>
        <p:sp>
          <p:nvSpPr>
            <p:cNvPr id="1076" name="Isosceles Triangle 1075">
              <a:extLst>
                <a:ext uri="{FF2B5EF4-FFF2-40B4-BE49-F238E27FC236}">
                  <a16:creationId xmlns:a16="http://schemas.microsoft.com/office/drawing/2014/main" id="{FFB3EEF8-FAE4-2136-0D86-F37315EE97B4}"/>
                </a:ext>
              </a:extLst>
            </p:cNvPr>
            <p:cNvSpPr/>
            <p:nvPr/>
          </p:nvSpPr>
          <p:spPr>
            <a:xfrm>
              <a:off x="5995539" y="375840"/>
              <a:ext cx="100835" cy="91281"/>
            </a:xfrm>
            <a:prstGeom prst="triangl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Rectangle 1076">
              <a:extLst>
                <a:ext uri="{FF2B5EF4-FFF2-40B4-BE49-F238E27FC236}">
                  <a16:creationId xmlns:a16="http://schemas.microsoft.com/office/drawing/2014/main" id="{A83E8C44-3DD1-0DBF-A483-30F732BBDCC4}"/>
                </a:ext>
              </a:extLst>
            </p:cNvPr>
            <p:cNvSpPr/>
            <p:nvPr/>
          </p:nvSpPr>
          <p:spPr>
            <a:xfrm>
              <a:off x="6514534" y="466880"/>
              <a:ext cx="91669" cy="100064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Oval 1077">
              <a:extLst>
                <a:ext uri="{FF2B5EF4-FFF2-40B4-BE49-F238E27FC236}">
                  <a16:creationId xmlns:a16="http://schemas.microsoft.com/office/drawing/2014/main" id="{891072EA-15BC-77EA-6C19-3CFA1B97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0577" y="968684"/>
              <a:ext cx="98724" cy="9872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0" name="Connector: Elbow 1079">
              <a:extLst>
                <a:ext uri="{FF2B5EF4-FFF2-40B4-BE49-F238E27FC236}">
                  <a16:creationId xmlns:a16="http://schemas.microsoft.com/office/drawing/2014/main" id="{69E6A7F9-B293-E7B8-1F56-7AAA2316D122}"/>
                </a:ext>
              </a:extLst>
            </p:cNvPr>
            <p:cNvCxnSpPr>
              <a:stCxn id="1076" idx="3"/>
              <a:endCxn id="1077" idx="1"/>
            </p:cNvCxnSpPr>
            <p:nvPr/>
          </p:nvCxnSpPr>
          <p:spPr>
            <a:xfrm rot="16200000" flipH="1">
              <a:off x="6255350" y="257727"/>
              <a:ext cx="49791" cy="468577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2" name="Connector: Elbow 1081">
              <a:extLst>
                <a:ext uri="{FF2B5EF4-FFF2-40B4-BE49-F238E27FC236}">
                  <a16:creationId xmlns:a16="http://schemas.microsoft.com/office/drawing/2014/main" id="{BDD43246-E255-8401-A5FE-0DB8CECCF8DD}"/>
                </a:ext>
              </a:extLst>
            </p:cNvPr>
            <p:cNvCxnSpPr>
              <a:stCxn id="1077" idx="2"/>
              <a:endCxn id="1078" idx="2"/>
            </p:cNvCxnSpPr>
            <p:nvPr/>
          </p:nvCxnSpPr>
          <p:spPr>
            <a:xfrm rot="16200000" flipH="1">
              <a:off x="6444922" y="682391"/>
              <a:ext cx="451102" cy="220208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4" name="TextBox 1083">
            <a:extLst>
              <a:ext uri="{FF2B5EF4-FFF2-40B4-BE49-F238E27FC236}">
                <a16:creationId xmlns:a16="http://schemas.microsoft.com/office/drawing/2014/main" id="{B52F26FA-9288-0565-9A84-350043B17879}"/>
              </a:ext>
            </a:extLst>
          </p:cNvPr>
          <p:cNvSpPr txBox="1"/>
          <p:nvPr/>
        </p:nvSpPr>
        <p:spPr>
          <a:xfrm>
            <a:off x="5235330" y="-10923"/>
            <a:ext cx="2650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Decision Pareto Frontier</a:t>
            </a:r>
            <a:endParaRPr lang="en-US" sz="1400" dirty="0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202E9497-E66E-4A4C-E455-F2910941A025}"/>
              </a:ext>
            </a:extLst>
          </p:cNvPr>
          <p:cNvSpPr txBox="1"/>
          <p:nvPr/>
        </p:nvSpPr>
        <p:spPr>
          <a:xfrm>
            <a:off x="6383953" y="258757"/>
            <a:ext cx="8490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Target: High likelihood, Good top-K Decisions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9E0ACA9B-100F-D6A1-509C-A6015A0A0B0F}"/>
              </a:ext>
            </a:extLst>
          </p:cNvPr>
          <p:cNvSpPr txBox="1"/>
          <p:nvPr/>
        </p:nvSpPr>
        <p:spPr>
          <a:xfrm>
            <a:off x="5669956" y="174897"/>
            <a:ext cx="7506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High Likelihood Models</a:t>
            </a:r>
            <a:endParaRPr lang="en-US" sz="500" dirty="0"/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E32B3401-2749-5181-D8D9-39380EC6D867}"/>
              </a:ext>
            </a:extLst>
          </p:cNvPr>
          <p:cNvSpPr txBox="1"/>
          <p:nvPr/>
        </p:nvSpPr>
        <p:spPr>
          <a:xfrm>
            <a:off x="6560367" y="977722"/>
            <a:ext cx="1113472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Good top-K Decisions</a:t>
            </a:r>
            <a:endParaRPr lang="en-US" sz="500" dirty="0"/>
          </a:p>
        </p:txBody>
      </p:sp>
      <p:pic>
        <p:nvPicPr>
          <p:cNvPr id="1093" name="Picture 6">
            <a:extLst>
              <a:ext uri="{FF2B5EF4-FFF2-40B4-BE49-F238E27FC236}">
                <a16:creationId xmlns:a16="http://schemas.microsoft.com/office/drawing/2014/main" id="{B778F8AF-2A25-0DBB-E14C-7D2300B8C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7" y="1733659"/>
            <a:ext cx="70984" cy="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4" name="Picture 6">
            <a:extLst>
              <a:ext uri="{FF2B5EF4-FFF2-40B4-BE49-F238E27FC236}">
                <a16:creationId xmlns:a16="http://schemas.microsoft.com/office/drawing/2014/main" id="{63523186-A630-E40F-FE00-EBBC6437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7" y="1937354"/>
            <a:ext cx="70984" cy="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" name="Picture 6">
            <a:extLst>
              <a:ext uri="{FF2B5EF4-FFF2-40B4-BE49-F238E27FC236}">
                <a16:creationId xmlns:a16="http://schemas.microsoft.com/office/drawing/2014/main" id="{E9A43483-C913-15A5-806E-959A6476D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7" y="2138962"/>
            <a:ext cx="70984" cy="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6">
            <a:extLst>
              <a:ext uri="{FF2B5EF4-FFF2-40B4-BE49-F238E27FC236}">
                <a16:creationId xmlns:a16="http://schemas.microsoft.com/office/drawing/2014/main" id="{E24BD847-E734-7AFF-6763-28FE16AA3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7" y="2340570"/>
            <a:ext cx="70984" cy="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7" name="Picture 6">
            <a:extLst>
              <a:ext uri="{FF2B5EF4-FFF2-40B4-BE49-F238E27FC236}">
                <a16:creationId xmlns:a16="http://schemas.microsoft.com/office/drawing/2014/main" id="{F20BBB98-8CB3-0AC2-9F57-9B5E0B613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7" y="2546995"/>
            <a:ext cx="70984" cy="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14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269</TotalTime>
  <Words>259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Monaco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Hughes, Michael Claude</dc:creator>
  <cp:lastModifiedBy>Kyle Heuton</cp:lastModifiedBy>
  <cp:revision>12</cp:revision>
  <dcterms:created xsi:type="dcterms:W3CDTF">2025-01-22T13:27:38Z</dcterms:created>
  <dcterms:modified xsi:type="dcterms:W3CDTF">2025-01-30T20:29:36Z</dcterms:modified>
</cp:coreProperties>
</file>